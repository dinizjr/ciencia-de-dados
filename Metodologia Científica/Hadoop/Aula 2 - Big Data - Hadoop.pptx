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</p:sldIdLst>
  <p:sldSz cy="5143500" cx="9144000"/>
  <p:notesSz cx="6858000" cy="9144000"/>
  <p:embeddedFontLst>
    <p:embeddedFont>
      <p:font typeface="Audiowide"/>
      <p:regular r:id="rId161"/>
    </p:embeddedFont>
    <p:embeddedFont>
      <p:font typeface="Roboto"/>
      <p:regular r:id="rId162"/>
      <p:bold r:id="rId163"/>
      <p:italic r:id="rId164"/>
      <p:boldItalic r:id="rId165"/>
    </p:embeddedFont>
    <p:embeddedFont>
      <p:font typeface="Nunito"/>
      <p:regular r:id="rId166"/>
      <p:bold r:id="rId167"/>
      <p:italic r:id="rId168"/>
      <p:boldItalic r:id="rId169"/>
    </p:embeddedFont>
    <p:embeddedFont>
      <p:font typeface="Lato"/>
      <p:regular r:id="rId170"/>
      <p:bold r:id="rId171"/>
      <p:italic r:id="rId172"/>
      <p:boldItalic r:id="rId173"/>
    </p:embeddedFont>
    <p:embeddedFont>
      <p:font typeface="Source Sans Pro"/>
      <p:regular r:id="rId174"/>
      <p:bold r:id="rId175"/>
      <p:italic r:id="rId176"/>
      <p:boldItalic r:id="rId1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5CAAAF52-E457-45A9-95D8-A04D8FBBEF9B}">
  <a:tblStyle styleId="{5CAAAF52-E457-45A9-95D8-A04D8FBBEF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176" Type="http://schemas.openxmlformats.org/officeDocument/2006/relationships/font" Target="fonts/SourceSansPro-italic.fntdata"/><Relationship Id="rId36" Type="http://schemas.openxmlformats.org/officeDocument/2006/relationships/slide" Target="slides/slide30.xml"/><Relationship Id="rId175" Type="http://schemas.openxmlformats.org/officeDocument/2006/relationships/font" Target="fonts/SourceSansPro-bold.fntdata"/><Relationship Id="rId39" Type="http://schemas.openxmlformats.org/officeDocument/2006/relationships/slide" Target="slides/slide33.xml"/><Relationship Id="rId174" Type="http://schemas.openxmlformats.org/officeDocument/2006/relationships/font" Target="fonts/SourceSansPro-regular.fntdata"/><Relationship Id="rId38" Type="http://schemas.openxmlformats.org/officeDocument/2006/relationships/slide" Target="slides/slide32.xml"/><Relationship Id="rId173" Type="http://schemas.openxmlformats.org/officeDocument/2006/relationships/font" Target="fonts/Lato-boldItalic.fntdata"/><Relationship Id="rId177" Type="http://schemas.openxmlformats.org/officeDocument/2006/relationships/font" Target="fonts/SourceSansPr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font" Target="fonts/Lato-italic.fntdata"/><Relationship Id="rId65" Type="http://schemas.openxmlformats.org/officeDocument/2006/relationships/slide" Target="slides/slide59.xml"/><Relationship Id="rId171" Type="http://schemas.openxmlformats.org/officeDocument/2006/relationships/font" Target="fonts/Lato-bold.fntdata"/><Relationship Id="rId68" Type="http://schemas.openxmlformats.org/officeDocument/2006/relationships/slide" Target="slides/slide62.xml"/><Relationship Id="rId170" Type="http://schemas.openxmlformats.org/officeDocument/2006/relationships/font" Target="fonts/Lato-regular.fntdata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font" Target="fonts/Roboto-boldItalic.fntdata"/><Relationship Id="rId69" Type="http://schemas.openxmlformats.org/officeDocument/2006/relationships/slide" Target="slides/slide63.xml"/><Relationship Id="rId164" Type="http://schemas.openxmlformats.org/officeDocument/2006/relationships/font" Target="fonts/Roboto-italic.fntdata"/><Relationship Id="rId163" Type="http://schemas.openxmlformats.org/officeDocument/2006/relationships/font" Target="fonts/Roboto-bold.fntdata"/><Relationship Id="rId162" Type="http://schemas.openxmlformats.org/officeDocument/2006/relationships/font" Target="fonts/Roboto-regular.fntdata"/><Relationship Id="rId169" Type="http://schemas.openxmlformats.org/officeDocument/2006/relationships/font" Target="fonts/Nunito-boldItalic.fntdata"/><Relationship Id="rId168" Type="http://schemas.openxmlformats.org/officeDocument/2006/relationships/font" Target="fonts/Nunito-italic.fntdata"/><Relationship Id="rId167" Type="http://schemas.openxmlformats.org/officeDocument/2006/relationships/font" Target="fonts/Nunito-bold.fntdata"/><Relationship Id="rId166" Type="http://schemas.openxmlformats.org/officeDocument/2006/relationships/font" Target="fonts/Nunito-regular.fntdata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font" Target="fonts/Audiowide-regular.fntdata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d7dd396dd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d7dd396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d6e21c314_0_113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d6e21c314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d8f4da930_0_231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d8f4da930_0_2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d4feb848b_0_42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5d4feb848b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d6e21c314_0_169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d6e21c314_0_1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5ed13b9050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5ed13b90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5d7dd396dd_0_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5d7dd396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5d8f4da930_0_232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5d8f4da930_0_2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5d8f4da930_0_233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5d8f4da930_0_2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5d8f4da930_0_233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5d8f4da930_0_2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5d6e21c314_0_299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5d6e21c314_0_2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5d6e21c314_0_301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5d6e21c314_0_3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d6e21c314_0_224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5d6e21c314_0_2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5d794f15f4_1_96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5d794f15f4_1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5d794f15f4_1_81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5d794f15f4_1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5d794f15f4_1_83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5d794f15f4_1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d794f15f4_1_85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d794f15f4_1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d794f15f4_1_86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5d794f15f4_1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5d794f15f4_1_88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5d794f15f4_1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5d794f15f4_1_94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5d794f15f4_1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5d794f15f4_1_101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5d794f15f4_1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5d794f15f4_1_135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5d794f15f4_1_1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5d794f15f4_1_125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5d794f15f4_1_1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5d794f15f4_1_144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5d794f15f4_1_1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5d794f15f4_1_153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5d794f15f4_1_1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5d6e21c314_0_218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5d6e21c314_0_2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5d6e21c314_0_407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5d6e21c314_0_4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5d794f15f4_1_66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5d794f15f4_1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d6e21c314_0_233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d6e21c314_0_2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d6e21c314_0_303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d6e21c314_0_3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5d6e21c314_0_232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5d6e21c314_0_2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5d794f15f4_1_185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5d794f15f4_1_1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5d794f15f4_1_200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5d794f15f4_1_2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5d794f15f4_1_190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5d794f15f4_1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5d794f15f4_1_193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5d794f15f4_1_1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5d794f15f4_1_196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5d794f15f4_1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5d794f15f4_1_204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5d794f15f4_1_2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5d794f15f4_1_207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5d794f15f4_1_2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5d6e21c314_0_309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5d6e21c314_0_3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5d6e21c314_0_306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5d6e21c314_0_3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5d6e21c314_0_392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5d6e21c314_0_3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5d6e21c314_0_225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5d6e21c314_0_2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5d8f4da930_0_269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5d8f4da930_0_2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5d794f15f4_1_74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5d794f15f4_1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5d794f15f4_1_209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5d794f15f4_1_2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5d794f15f4_1_173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5d794f15f4_1_1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5d8f4da930_0_368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5d8f4da930_0_3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5d8f4da930_0_378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5d8f4da930_0_3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5d794f15f4_1_174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5d794f15f4_1_1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5d794f15f4_1_183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5d794f15f4_1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5d794f15f4_1_210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5d794f15f4_1_2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5d794f15f4_1_211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5d794f15f4_1_2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5ed13b9050_0_4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5ed13b905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5d8f4da930_0_238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5d8f4da930_0_2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5ed13b9050_0_4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5ed13b905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5d8f4da930_0_274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5d8f4da930_0_2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5d8f4da930_0_279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5d8f4da930_0_2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5d8f4da930_0_284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5d8f4da930_0_2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5d8f4da930_0_302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5d8f4da930_0_3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5d8f4da930_0_296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5d8f4da930_0_2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5d8f4da930_0_307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5d8f4da930_0_3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5d8f4da930_0_343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5d8f4da930_0_3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5d8f4da930_0_320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g5d8f4da930_0_3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5d8f4da930_0_347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5d8f4da930_0_3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5d8f4da930_0_353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5d8f4da930_0_3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5d794f15f4_1_212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5d794f15f4_1_2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5d6e21c314_0_353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5d6e21c314_0_3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5d8f4da930_0_238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5d8f4da930_0_2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5d6e21c314_0_400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6" name="Google Shape;1956;g5d6e21c314_0_4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5d6e21c314_0_417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5d6e21c314_0_4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g5d6e21c314_0_409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9" name="Google Shape;2089;g5d6e21c314_0_4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5d8f4da930_0_29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6" name="Google Shape;2176;g5d8f4da930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g5d8f4da930_0_10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3" name="Google Shape;2263;g5d8f4da93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5d8f4da930_0_26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8" name="Google Shape;2298;g5d8f4da930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g5d8f4da930_0_15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5" name="Google Shape;2325;g5d8f4da93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g5d8f4da930_0_52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7" name="Google Shape;2357;g5d8f4da930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5d8f4da930_0_47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5d8f4da930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g5d8f4da930_0_77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5" name="Google Shape;2425;g5d8f4da930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g5d8f4da930_0_87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3" name="Google Shape;2493;g5d8f4da930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g5d7dd396dd_0_1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6" name="Google Shape;2566;g5d7dd396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g5d7dd396dd_0_1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2" name="Google Shape;2572;g5d7dd396d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" name="Google Shape;2622;g5d7dd396dd_0_111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3" name="Google Shape;2623;g5d7dd396dd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5d7dd396dd_0_2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5d7dd396d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49" name="Shape 2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Google Shape;2850;g5d7dd396dd_0_94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1" name="Google Shape;2851;g5d7dd396dd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09" name="Shape 3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Google Shape;3010;g5d7dd396dd_0_76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1" name="Google Shape;3011;g5d7dd396dd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g5d7dd396dd_0_127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7" name="Google Shape;3187;g5d7dd396dd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65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6" name="Google Shape;3366;g5d7dd396dd_0_58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7" name="Google Shape;3367;g5d7dd396dd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45" name="Shape 3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Google Shape;3546;g5d7dd396dd_0_41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7" name="Google Shape;3547;g5d7dd396dd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25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6" name="Google Shape;3726;g5d7dd396dd_0_126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7" name="Google Shape;3727;g5d7dd396dd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33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4" name="Google Shape;3734;g5d7dd396dd_0_145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5" name="Google Shape;3735;g5d7dd396dd_0_1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17" name="Shape 3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8" name="Google Shape;3918;g5d7dd396dd_0_163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9" name="Google Shape;3919;g5d7dd396dd_0_1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73" name="Shape 3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4" name="Google Shape;3974;g5d7dd396dd_0_181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5" name="Google Shape;3975;g5d7dd396dd_0_1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25" name="Shape 4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Google Shape;4026;g5d7dd396dd_0_188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7" name="Google Shape;4027;g5d7dd396dd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78" name="Shape 4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9" name="Google Shape;4079;g5d7dd396dd_0_195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0" name="Google Shape;4080;g5d7dd396dd_0_1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32" name="Shape 4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g5d8f4da930_0_401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4" name="Google Shape;4134;g5d8f4da930_0_4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00" name="Shape 4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" name="Google Shape;4201;g5d7dd396dd_0_205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2" name="Google Shape;4202;g5d7dd396dd_0_2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19" name="Shape 4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0" name="Google Shape;4220;g5d8f4da930_0_394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1" name="Google Shape;4221;g5d8f4da930_0_3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87" name="Shape 4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8" name="Google Shape;4288;g5d7dd396dd_0_221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9" name="Google Shape;4289;g5d7dd396dd_0_2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16" name="Shape 4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7" name="Google Shape;4317;g5d7dd396dd_0_226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8" name="Google Shape;4318;g5d7dd396dd_0_2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53" name="Shape 4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4" name="Google Shape;4354;g5d7dd396dd_0_231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5" name="Google Shape;4355;g5d7dd396dd_0_2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93" name="Shape 4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4" name="Google Shape;4394;g5d7dd396dd_0_235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5" name="Google Shape;4395;g5d7dd396dd_0_2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30" name="Shape 4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1" name="Google Shape;4431;g5d7dd396dd_0_239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2" name="Google Shape;4432;g5d7dd396dd_0_2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36" name="Shape 4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7" name="Google Shape;4437;g5d7dd396dd_0_239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8" name="Google Shape;4438;g5d7dd396dd_0_2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42" name="Shape 4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3" name="Google Shape;4443;g5d7dd396dd_0_245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4" name="Google Shape;4444;g5d7dd396dd_0_2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55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g5d7dd396dd_0_240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7" name="Google Shape;4457;g5d7dd396dd_0_2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12" name="Shape 4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3" name="Google Shape;4513;g5d7dd396dd_0_248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4" name="Google Shape;4514;g5d7dd396dd_0_2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71" name="Shape 4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2" name="Google Shape;4572;g5d7dd396dd_0_254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3" name="Google Shape;4573;g5d7dd396dd_0_2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31" name="Shape 4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2" name="Google Shape;4632;g5d7dd396dd_0_260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3" name="Google Shape;4633;g5d7dd396dd_0_2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92" name="Shape 4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3" name="Google Shape;4693;g5d7dd396dd_0_266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4" name="Google Shape;4694;g5d7dd396dd_0_2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52" name="Shape 4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3" name="Google Shape;4753;g5d7dd396dd_0_272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4" name="Google Shape;4754;g5d7dd396dd_0_2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58" name="Shape 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9" name="Google Shape;4759;g5d7dd396dd_0_273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0" name="Google Shape;4760;g5d7dd396dd_0_2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23" name="Shape 4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4" name="Google Shape;4824;g5d8f4da930_0_415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5" name="Google Shape;4825;g5d8f4da930_0_4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95" name="Shape 4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6" name="Google Shape;4896;g5d8f4da930_0_428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7" name="Google Shape;4897;g5d8f4da930_0_4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73" name="Shape 4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4" name="Google Shape;4974;g5d7dd396dd_0_301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5" name="Google Shape;4975;g5d7dd396dd_0_3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79" name="Shape 4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0" name="Google Shape;4980;g5d7dd396dd_0_293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1" name="Google Shape;4981;g5d7dd396dd_0_2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85" name="Shape 4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" name="Google Shape;4986;g5d7dd396dd_0_294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7" name="Google Shape;4987;g5d7dd396dd_0_2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93" name="Shape 4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4" name="Google Shape;4994;g5d7dd396dd_0_301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5" name="Google Shape;4995;g5d7dd396dd_0_3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14" name="Shape 5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5" name="Google Shape;5015;g5d7dd396dd_0_305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6" name="Google Shape;5016;g5d7dd396dd_0_3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26" name="Shape 5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" name="Google Shape;5027;g5d8f4da930_0_117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8" name="Google Shape;5028;g5d8f4da930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32" name="Shape 5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3" name="Google Shape;5033;g5d8f4da930_0_117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4" name="Google Shape;5034;g5d8f4da930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35" name="Shape 5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6" name="Google Shape;5136;g5d8f4da930_0_118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7" name="Google Shape;5137;g5d8f4da930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41" name="Shape 5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2" name="Google Shape;5142;g5d8f4da930_0_187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3" name="Google Shape;5143;g5d8f4da930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09" name="Shape 5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0" name="Google Shape;5210;g5d8f4da930_0_193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1" name="Google Shape;5211;g5d8f4da930_0_1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77" name="Shape 5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8" name="Google Shape;5278;g5d8f4da930_0_200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9" name="Google Shape;5279;g5d8f4da930_0_2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84" name="Shape 5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5" name="Google Shape;5385;g5d8f4da930_0_128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6" name="Google Shape;5386;g5d8f4da930_0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95" name="Shape 5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" name="Google Shape;5396;g5d8f4da930_0_211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7" name="Google Shape;5397;g5d8f4da930_0_2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09" name="Shape 5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0" name="Google Shape;5410;g5d8f4da930_0_219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1" name="Google Shape;5411;g5d8f4da930_0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23" name="Shape 5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4" name="Google Shape;5424;g5d8f4da930_0_212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5" name="Google Shape;5425;g5d8f4da930_0_2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36" name="Shape 5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" name="Google Shape;5437;g5d8f4da930_0_213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8" name="Google Shape;5438;g5d8f4da930_0_2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50" name="Shape 5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1" name="Google Shape;5451;g5d8f4da930_0_457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2" name="Google Shape;5452;g5d8f4da930_0_4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68" name="Shape 5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9" name="Google Shape;5469;g5d8f4da930_0_214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0" name="Google Shape;5470;g5d8f4da930_0_2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86" name="Shape 5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7" name="Google Shape;5487;g5d8f4da930_0_217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8" name="Google Shape;5488;g5d8f4da930_0_2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03" name="Shape 5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4" name="Google Shape;5504;g5d8f4da930_0_216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5" name="Google Shape;5505;g5d8f4da930_0_2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19" name="Shape 5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0" name="Google Shape;5520;g5d8f4da930_0_459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1" name="Google Shape;5521;g5d8f4da930_0_4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37" name="Shape 5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8" name="Google Shape;5538;g5d8f4da930_0_460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9" name="Google Shape;5539;g5d8f4da930_0_4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55" name="Shape 5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6" name="Google Shape;5556;g5d8f4da930_0_464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7" name="Google Shape;5557;g5d8f4da930_0_4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74" name="Shape 5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5" name="Google Shape;5575;g5d8f4da930_0_466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6" name="Google Shape;5576;g5d8f4da930_0_4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93" name="Shape 5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4" name="Google Shape;5594;g5d7dd396dd_0_240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5" name="Google Shape;5595;g5d7dd396dd_0_2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99" name="Shape 5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0" name="Google Shape;5600;g5d8f4da930_0_166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1" name="Google Shape;5601;g5d8f4da930_0_1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67" name="Shape 5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8" name="Google Shape;5668;g5d8f4da930_0_173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9" name="Google Shape;5669;g5d8f4da930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35" name="Shape 5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6" name="Google Shape;5736;g5d8f4da930_0_180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7" name="Google Shape;5737;g5d8f4da930_0_1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04" name="Shape 5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5" name="Google Shape;5805;g5d89efe5fa_0_2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6" name="Google Shape;5806;g5d89efe5f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11" name="Shape 5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2" name="Google Shape;5812;g5d89efe5fa_0_1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3" name="Google Shape;5813;g5d89efe5f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17" name="Shape 5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8" name="Google Shape;5818;g5d89efe5fa_0_14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9" name="Google Shape;5819;g5d89efe5f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27" name="Shape 5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8" name="Google Shape;5828;g5d89efe5fa_0_20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9" name="Google Shape;5829;g5d89efe5fa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33" name="Shape 5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4" name="Google Shape;5834;g5d89efe5fa_0_27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5" name="Google Shape;5835;g5d89efe5f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40" name="Shape 5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1" name="Google Shape;5841;g5d89efe5fa_0_28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2" name="Google Shape;5842;g5d89efe5fa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47" name="Shape 5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8" name="Google Shape;5848;g5d89efe5fa_0_30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9" name="Google Shape;5849;g5d89efe5f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54" name="Shape 5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5" name="Google Shape;5855;g5d89efe5fa_0_25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6" name="Google Shape;5856;g5d89efe5fa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60" name="Shape 5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1" name="Google Shape;5861;g5d89efe5fa_0_15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2" name="Google Shape;5862;g5d89efe5f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66" name="Shape 5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" name="Google Shape;5867;g5d89efe5fa_0_31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8" name="Google Shape;5868;g5d89efe5f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72" name="Shape 5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3" name="Google Shape;5873;g5d6e21c314_0_40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4" name="Google Shape;5874;g5d6e21c314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78" name="Shape 5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9" name="Google Shape;5879;g5d89efe5fa_0_31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0" name="Google Shape;5880;g5d89efe5f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5" Type="http://schemas.openxmlformats.org/officeDocument/2006/relationships/image" Target="../media/image5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5" Type="http://schemas.openxmlformats.org/officeDocument/2006/relationships/image" Target="../media/image5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">
  <p:cSld name="TITLE_1">
    <p:bg>
      <p:bgPr>
        <a:noFill/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b="1" sz="21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 amt="50000"/>
          </a:blip>
          <a:srcRect b="19432" l="14820" r="1637" t="0"/>
          <a:stretch/>
        </p:blipFill>
        <p:spPr>
          <a:xfrm>
            <a:off x="5643575" y="3910800"/>
            <a:ext cx="2821525" cy="12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7825" y="4531421"/>
            <a:ext cx="1345245" cy="61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4">
            <a:alphaModFix amt="50000"/>
          </a:blip>
          <a:srcRect b="26259" l="12000" r="17" t="0"/>
          <a:stretch/>
        </p:blipFill>
        <p:spPr>
          <a:xfrm rot="-19201">
            <a:off x="2590441" y="3815349"/>
            <a:ext cx="3457543" cy="1334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5">
            <a:alphaModFix amt="50000"/>
          </a:blip>
          <a:srcRect b="3217" l="0" r="0" t="22121"/>
          <a:stretch/>
        </p:blipFill>
        <p:spPr>
          <a:xfrm rot="10800000">
            <a:off x="159225" y="3558132"/>
            <a:ext cx="4297571" cy="15909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2"/>
          <p:cNvCxnSpPr/>
          <p:nvPr/>
        </p:nvCxnSpPr>
        <p:spPr>
          <a:xfrm>
            <a:off x="149361" y="11267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2">
  <p:cSld name="TITLE_1_2">
    <p:bg>
      <p:bgPr>
        <a:noFill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50300" y="1832275"/>
            <a:ext cx="90000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50300" y="2650050"/>
            <a:ext cx="90000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b="1" sz="2100">
                <a:solidFill>
                  <a:srgbClr val="434343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 amt="50000"/>
          </a:blip>
          <a:srcRect b="19432" l="17725" r="1629" t="0"/>
          <a:stretch/>
        </p:blipFill>
        <p:spPr>
          <a:xfrm>
            <a:off x="5512825" y="3910797"/>
            <a:ext cx="2723667" cy="1243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7825" y="4531421"/>
            <a:ext cx="1345245" cy="61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4">
            <a:alphaModFix amt="50000"/>
          </a:blip>
          <a:srcRect b="18146" l="0" r="19" t="0"/>
          <a:stretch/>
        </p:blipFill>
        <p:spPr>
          <a:xfrm rot="226428">
            <a:off x="2221074" y="3816654"/>
            <a:ext cx="3929077" cy="1481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5">
            <a:alphaModFix amt="50000"/>
          </a:blip>
          <a:srcRect b="3217" l="0" r="0" t="22121"/>
          <a:stretch/>
        </p:blipFill>
        <p:spPr>
          <a:xfrm rot="10800000">
            <a:off x="204686" y="3558132"/>
            <a:ext cx="4297571" cy="15909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3"/>
          <p:cNvCxnSpPr/>
          <p:nvPr/>
        </p:nvCxnSpPr>
        <p:spPr>
          <a:xfrm>
            <a:off x="149361" y="24983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1">
  <p:cSld name="TITLE_1_1">
    <p:bg>
      <p:bgPr>
        <a:noFill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b="1" sz="21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2">
            <a:alphaModFix amt="55000"/>
          </a:blip>
          <a:srcRect b="0" l="0" r="0" t="23564"/>
          <a:stretch/>
        </p:blipFill>
        <p:spPr>
          <a:xfrm>
            <a:off x="3117975" y="-1"/>
            <a:ext cx="6026026" cy="2179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4"/>
          <p:cNvCxnSpPr/>
          <p:nvPr/>
        </p:nvCxnSpPr>
        <p:spPr>
          <a:xfrm>
            <a:off x="149361" y="2213058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">
  <p:cSld name="TITLE_AND_BOD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149361" y="4409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">
  <p:cSld name="TITLE_AND_BOD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149361" y="4409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 1">
  <p:cSld name="TITLE_AND_BODY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 1 1">
  <p:cSld name="TITLE_AND_BODY_1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199725" y="2388128"/>
            <a:ext cx="89442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CUSTOM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Layout Facens - Template">
  <p:cSld name="CUSTOM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m título-4.jpg" id="45" name="Google Shape;45;p10"/>
          <p:cNvPicPr preferRelativeResize="0"/>
          <p:nvPr/>
        </p:nvPicPr>
        <p:blipFill rotWithShape="1">
          <a:blip r:embed="rId2">
            <a:alphaModFix/>
          </a:blip>
          <a:srcRect b="0" l="4743" r="0" t="0"/>
          <a:stretch/>
        </p:blipFill>
        <p:spPr>
          <a:xfrm>
            <a:off x="1428750" y="0"/>
            <a:ext cx="69064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46" name="Google Shape;46;p10"/>
          <p:cNvPicPr preferRelativeResize="0"/>
          <p:nvPr/>
        </p:nvPicPr>
        <p:blipFill rotWithShape="1">
          <a:blip r:embed="rId2">
            <a:alphaModFix/>
          </a:blip>
          <a:srcRect b="0" l="2903" r="73450" t="0"/>
          <a:stretch/>
        </p:blipFill>
        <p:spPr>
          <a:xfrm>
            <a:off x="158031" y="0"/>
            <a:ext cx="133747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47" name="Google Shape;47;p10"/>
          <p:cNvPicPr preferRelativeResize="0"/>
          <p:nvPr/>
        </p:nvPicPr>
        <p:blipFill rotWithShape="1">
          <a:blip r:embed="rId2">
            <a:alphaModFix/>
          </a:blip>
          <a:srcRect b="0" l="2903" r="73450" t="0"/>
          <a:stretch/>
        </p:blipFill>
        <p:spPr>
          <a:xfrm>
            <a:off x="7806525" y="0"/>
            <a:ext cx="133747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2">
  <p:cSld name="TITLE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>
  <p:cSld name="TITLE_AND_BODY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4">
  <p:cSld name="TITLE_4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AND_BODY_3">
  <p:cSld name="TITLE_AND_BODY_3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3" name="Google Shape;63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11700" y="726851"/>
            <a:ext cx="85206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63500" y="12795"/>
            <a:ext cx="8980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100" lIns="92100" spcFirstLastPara="1" rIns="92100" wrap="square" tIns="92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descr="8753_paginas.jpg"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97172" t="0"/>
          <a:stretch/>
        </p:blipFill>
        <p:spPr>
          <a:xfrm>
            <a:off x="-8253" y="0"/>
            <a:ext cx="1635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8753_paginas.jpg" id="9" name="Google Shape;9;p1"/>
          <p:cNvPicPr preferRelativeResize="0"/>
          <p:nvPr/>
        </p:nvPicPr>
        <p:blipFill rotWithShape="1">
          <a:blip r:embed="rId1">
            <a:alphaModFix/>
          </a:blip>
          <a:srcRect b="3411" l="74493" r="1772" t="81723"/>
          <a:stretch/>
        </p:blipFill>
        <p:spPr>
          <a:xfrm>
            <a:off x="8721875" y="4959850"/>
            <a:ext cx="422073" cy="18362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-72025" y="4933875"/>
            <a:ext cx="498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/>
              <a:t>‹#›</a:t>
            </a:fld>
            <a:endParaRPr b="1" sz="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9.jpg"/><Relationship Id="rId5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16.png"/><Relationship Id="rId13" Type="http://schemas.openxmlformats.org/officeDocument/2006/relationships/image" Target="../media/image27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Relationship Id="rId9" Type="http://schemas.openxmlformats.org/officeDocument/2006/relationships/image" Target="../media/image10.png"/><Relationship Id="rId15" Type="http://schemas.openxmlformats.org/officeDocument/2006/relationships/image" Target="../media/image24.png"/><Relationship Id="rId14" Type="http://schemas.openxmlformats.org/officeDocument/2006/relationships/image" Target="../media/image17.png"/><Relationship Id="rId16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Relationship Id="rId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hyperlink" Target="https://static.googleusercontent.com/media/research.google.com/en//archive/gfs-sosp2003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21.jp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25.jpg"/><Relationship Id="rId8" Type="http://schemas.openxmlformats.org/officeDocument/2006/relationships/image" Target="../media/image32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Relationship Id="rId4" Type="http://schemas.openxmlformats.org/officeDocument/2006/relationships/image" Target="../media/image21.jpg"/><Relationship Id="rId5" Type="http://schemas.openxmlformats.org/officeDocument/2006/relationships/image" Target="../media/image34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21.jp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21.jpg"/><Relationship Id="rId5" Type="http://schemas.openxmlformats.org/officeDocument/2006/relationships/image" Target="../media/image34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21.jp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21.jpg"/><Relationship Id="rId5" Type="http://schemas.openxmlformats.org/officeDocument/2006/relationships/image" Target="../media/image34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image" Target="../media/image21.jp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Relationship Id="rId4" Type="http://schemas.openxmlformats.org/officeDocument/2006/relationships/image" Target="../media/image38.gif"/><Relationship Id="rId5" Type="http://schemas.openxmlformats.org/officeDocument/2006/relationships/image" Target="../media/image35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2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Relationship Id="rId4" Type="http://schemas.openxmlformats.org/officeDocument/2006/relationships/image" Target="../media/image21.jpg"/><Relationship Id="rId5" Type="http://schemas.openxmlformats.org/officeDocument/2006/relationships/image" Target="../media/image23.png"/><Relationship Id="rId6" Type="http://schemas.openxmlformats.org/officeDocument/2006/relationships/image" Target="../media/image39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Relationship Id="rId4" Type="http://schemas.openxmlformats.org/officeDocument/2006/relationships/image" Target="../media/image21.jpg"/><Relationship Id="rId5" Type="http://schemas.openxmlformats.org/officeDocument/2006/relationships/image" Target="../media/image23.png"/><Relationship Id="rId6" Type="http://schemas.openxmlformats.org/officeDocument/2006/relationships/image" Target="../media/image39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Relationship Id="rId4" Type="http://schemas.openxmlformats.org/officeDocument/2006/relationships/image" Target="../media/image23.png"/><Relationship Id="rId9" Type="http://schemas.openxmlformats.org/officeDocument/2006/relationships/image" Target="../media/image31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image" Target="../media/image31.png"/><Relationship Id="rId5" Type="http://schemas.openxmlformats.org/officeDocument/2006/relationships/image" Target="../media/image21.jp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jpg"/><Relationship Id="rId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jp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hyperlink" Target="https://ai.google/research/pubs/pub62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jpg"/><Relationship Id="rId4" Type="http://schemas.openxmlformats.org/officeDocument/2006/relationships/image" Target="../media/image44.png"/><Relationship Id="rId5" Type="http://schemas.openxmlformats.org/officeDocument/2006/relationships/image" Target="../media/image45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jpg"/><Relationship Id="rId4" Type="http://schemas.openxmlformats.org/officeDocument/2006/relationships/image" Target="../media/image44.png"/><Relationship Id="rId5" Type="http://schemas.openxmlformats.org/officeDocument/2006/relationships/image" Target="../media/image45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Relationship Id="rId4" Type="http://schemas.openxmlformats.org/officeDocument/2006/relationships/image" Target="../media/image44.png"/><Relationship Id="rId5" Type="http://schemas.openxmlformats.org/officeDocument/2006/relationships/image" Target="../media/image45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jpg"/><Relationship Id="rId4" Type="http://schemas.openxmlformats.org/officeDocument/2006/relationships/image" Target="../media/image44.png"/><Relationship Id="rId5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jpg"/><Relationship Id="rId4" Type="http://schemas.openxmlformats.org/officeDocument/2006/relationships/image" Target="../media/image44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jpg"/><Relationship Id="rId4" Type="http://schemas.openxmlformats.org/officeDocument/2006/relationships/image" Target="../media/image44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jp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.jp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jpg"/><Relationship Id="rId4" Type="http://schemas.openxmlformats.org/officeDocument/2006/relationships/image" Target="../media/image52.jpg"/><Relationship Id="rId5" Type="http://schemas.openxmlformats.org/officeDocument/2006/relationships/image" Target="../media/image5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jpg"/><Relationship Id="rId4" Type="http://schemas.openxmlformats.org/officeDocument/2006/relationships/image" Target="../media/image5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8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8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2.png"/><Relationship Id="rId4" Type="http://schemas.openxmlformats.org/officeDocument/2006/relationships/image" Target="../media/image6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2.png"/><Relationship Id="rId4" Type="http://schemas.openxmlformats.org/officeDocument/2006/relationships/image" Target="../media/image65.png"/><Relationship Id="rId5" Type="http://schemas.openxmlformats.org/officeDocument/2006/relationships/image" Target="../media/image5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2.png"/><Relationship Id="rId4" Type="http://schemas.openxmlformats.org/officeDocument/2006/relationships/image" Target="../media/image6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2.png"/><Relationship Id="rId4" Type="http://schemas.openxmlformats.org/officeDocument/2006/relationships/image" Target="../media/image65.png"/><Relationship Id="rId9" Type="http://schemas.openxmlformats.org/officeDocument/2006/relationships/image" Target="../media/image48.jp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29.png"/><Relationship Id="rId8" Type="http://schemas.openxmlformats.org/officeDocument/2006/relationships/image" Target="../media/image25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8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jpg"/><Relationship Id="rId4" Type="http://schemas.openxmlformats.org/officeDocument/2006/relationships/image" Target="../media/image7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8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8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8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8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6.jpg"/><Relationship Id="rId4" Type="http://schemas.openxmlformats.org/officeDocument/2006/relationships/image" Target="../media/image45.gif"/><Relationship Id="rId5" Type="http://schemas.openxmlformats.org/officeDocument/2006/relationships/image" Target="../media/image27.png"/><Relationship Id="rId6" Type="http://schemas.openxmlformats.org/officeDocument/2006/relationships/image" Target="../media/image4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6.jpg"/><Relationship Id="rId4" Type="http://schemas.openxmlformats.org/officeDocument/2006/relationships/image" Target="../media/image27.png"/><Relationship Id="rId5" Type="http://schemas.openxmlformats.org/officeDocument/2006/relationships/image" Target="../media/image45.gif"/><Relationship Id="rId6" Type="http://schemas.openxmlformats.org/officeDocument/2006/relationships/image" Target="../media/image4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6.jpg"/><Relationship Id="rId4" Type="http://schemas.openxmlformats.org/officeDocument/2006/relationships/image" Target="../media/image27.png"/><Relationship Id="rId5" Type="http://schemas.openxmlformats.org/officeDocument/2006/relationships/image" Target="../media/image44.png"/><Relationship Id="rId6" Type="http://schemas.openxmlformats.org/officeDocument/2006/relationships/image" Target="../media/image45.gif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6.jpg"/><Relationship Id="rId4" Type="http://schemas.openxmlformats.org/officeDocument/2006/relationships/image" Target="../media/image45.gif"/><Relationship Id="rId5" Type="http://schemas.openxmlformats.org/officeDocument/2006/relationships/image" Target="../media/image27.png"/><Relationship Id="rId6" Type="http://schemas.openxmlformats.org/officeDocument/2006/relationships/image" Target="../media/image4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6.jpg"/><Relationship Id="rId4" Type="http://schemas.openxmlformats.org/officeDocument/2006/relationships/image" Target="../media/image45.gif"/><Relationship Id="rId5" Type="http://schemas.openxmlformats.org/officeDocument/2006/relationships/image" Target="../media/image27.png"/><Relationship Id="rId6" Type="http://schemas.openxmlformats.org/officeDocument/2006/relationships/image" Target="../media/image4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Relationship Id="rId5" Type="http://schemas.openxmlformats.org/officeDocument/2006/relationships/image" Target="../media/image46.jpg"/><Relationship Id="rId6" Type="http://schemas.openxmlformats.org/officeDocument/2006/relationships/image" Target="../media/image2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Relationship Id="rId5" Type="http://schemas.openxmlformats.org/officeDocument/2006/relationships/image" Target="../media/image46.jpg"/><Relationship Id="rId6" Type="http://schemas.openxmlformats.org/officeDocument/2006/relationships/image" Target="../media/image27.png"/><Relationship Id="rId7" Type="http://schemas.openxmlformats.org/officeDocument/2006/relationships/image" Target="../media/image5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Relationship Id="rId5" Type="http://schemas.openxmlformats.org/officeDocument/2006/relationships/image" Target="../media/image46.jpg"/><Relationship Id="rId6" Type="http://schemas.openxmlformats.org/officeDocument/2006/relationships/image" Target="../media/image27.png"/><Relationship Id="rId7" Type="http://schemas.openxmlformats.org/officeDocument/2006/relationships/image" Target="../media/image5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9.jpg"/><Relationship Id="rId4" Type="http://schemas.openxmlformats.org/officeDocument/2006/relationships/image" Target="../media/image5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9.jpg"/><Relationship Id="rId4" Type="http://schemas.openxmlformats.org/officeDocument/2006/relationships/image" Target="../media/image50.png"/><Relationship Id="rId5" Type="http://schemas.openxmlformats.org/officeDocument/2006/relationships/image" Target="../media/image52.jpg"/><Relationship Id="rId6" Type="http://schemas.openxmlformats.org/officeDocument/2006/relationships/image" Target="../media/image6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9.jpg"/><Relationship Id="rId4" Type="http://schemas.openxmlformats.org/officeDocument/2006/relationships/image" Target="../media/image50.png"/><Relationship Id="rId5" Type="http://schemas.openxmlformats.org/officeDocument/2006/relationships/image" Target="../media/image52.jpg"/><Relationship Id="rId6" Type="http://schemas.openxmlformats.org/officeDocument/2006/relationships/image" Target="../media/image63.png"/><Relationship Id="rId7" Type="http://schemas.openxmlformats.org/officeDocument/2006/relationships/image" Target="../media/image59.jpg"/><Relationship Id="rId8" Type="http://schemas.openxmlformats.org/officeDocument/2006/relationships/image" Target="../media/image58.png"/></Relationships>
</file>

<file path=ppt/slides/_rels/slide70.xml.rels><?xml version="1.0" encoding="UTF-8" standalone="yes"?><Relationships xmlns="http://schemas.openxmlformats.org/package/2006/relationships"><Relationship Id="rId10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9.jpg"/><Relationship Id="rId4" Type="http://schemas.openxmlformats.org/officeDocument/2006/relationships/image" Target="../media/image50.png"/><Relationship Id="rId9" Type="http://schemas.openxmlformats.org/officeDocument/2006/relationships/image" Target="../media/image59.jpg"/><Relationship Id="rId5" Type="http://schemas.openxmlformats.org/officeDocument/2006/relationships/image" Target="../media/image60.png"/><Relationship Id="rId6" Type="http://schemas.openxmlformats.org/officeDocument/2006/relationships/image" Target="../media/image61.jpg"/><Relationship Id="rId7" Type="http://schemas.openxmlformats.org/officeDocument/2006/relationships/image" Target="../media/image52.jpg"/><Relationship Id="rId8" Type="http://schemas.openxmlformats.org/officeDocument/2006/relationships/image" Target="../media/image63.png"/></Relationships>
</file>

<file path=ppt/slides/_rels/slide7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59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9.jpg"/><Relationship Id="rId4" Type="http://schemas.openxmlformats.org/officeDocument/2006/relationships/image" Target="../media/image50.png"/><Relationship Id="rId9" Type="http://schemas.openxmlformats.org/officeDocument/2006/relationships/image" Target="../media/image63.png"/><Relationship Id="rId5" Type="http://schemas.openxmlformats.org/officeDocument/2006/relationships/image" Target="../media/image60.png"/><Relationship Id="rId6" Type="http://schemas.openxmlformats.org/officeDocument/2006/relationships/image" Target="../media/image61.jpg"/><Relationship Id="rId7" Type="http://schemas.openxmlformats.org/officeDocument/2006/relationships/image" Target="../media/image64.jpg"/><Relationship Id="rId8" Type="http://schemas.openxmlformats.org/officeDocument/2006/relationships/image" Target="../media/image52.jpg"/></Relationships>
</file>

<file path=ppt/slides/_rels/slide7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3.png"/><Relationship Id="rId10" Type="http://schemas.openxmlformats.org/officeDocument/2006/relationships/image" Target="../media/image52.jpg"/><Relationship Id="rId13" Type="http://schemas.openxmlformats.org/officeDocument/2006/relationships/image" Target="../media/image58.png"/><Relationship Id="rId12" Type="http://schemas.openxmlformats.org/officeDocument/2006/relationships/image" Target="../media/image59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9.jpg"/><Relationship Id="rId4" Type="http://schemas.openxmlformats.org/officeDocument/2006/relationships/image" Target="../media/image50.png"/><Relationship Id="rId9" Type="http://schemas.openxmlformats.org/officeDocument/2006/relationships/image" Target="../media/image64.jpg"/><Relationship Id="rId5" Type="http://schemas.openxmlformats.org/officeDocument/2006/relationships/image" Target="../media/image60.png"/><Relationship Id="rId6" Type="http://schemas.openxmlformats.org/officeDocument/2006/relationships/image" Target="../media/image61.jpg"/><Relationship Id="rId7" Type="http://schemas.openxmlformats.org/officeDocument/2006/relationships/image" Target="../media/image73.png"/><Relationship Id="rId8" Type="http://schemas.openxmlformats.org/officeDocument/2006/relationships/image" Target="../media/image17.png"/></Relationships>
</file>

<file path=ppt/slides/_rels/slide7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3.png"/><Relationship Id="rId10" Type="http://schemas.openxmlformats.org/officeDocument/2006/relationships/image" Target="../media/image52.jpg"/><Relationship Id="rId13" Type="http://schemas.openxmlformats.org/officeDocument/2006/relationships/image" Target="../media/image58.png"/><Relationship Id="rId12" Type="http://schemas.openxmlformats.org/officeDocument/2006/relationships/image" Target="../media/image59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9.jpg"/><Relationship Id="rId4" Type="http://schemas.openxmlformats.org/officeDocument/2006/relationships/image" Target="../media/image50.png"/><Relationship Id="rId9" Type="http://schemas.openxmlformats.org/officeDocument/2006/relationships/image" Target="../media/image64.jpg"/><Relationship Id="rId5" Type="http://schemas.openxmlformats.org/officeDocument/2006/relationships/image" Target="../media/image60.png"/><Relationship Id="rId6" Type="http://schemas.openxmlformats.org/officeDocument/2006/relationships/image" Target="../media/image61.jpg"/><Relationship Id="rId7" Type="http://schemas.openxmlformats.org/officeDocument/2006/relationships/image" Target="../media/image73.png"/><Relationship Id="rId8" Type="http://schemas.openxmlformats.org/officeDocument/2006/relationships/image" Target="../media/image1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6.jpg"/><Relationship Id="rId4" Type="http://schemas.openxmlformats.org/officeDocument/2006/relationships/image" Target="../media/image4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6.jpg"/><Relationship Id="rId4" Type="http://schemas.openxmlformats.org/officeDocument/2006/relationships/image" Target="../media/image4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6.jpg"/><Relationship Id="rId4" Type="http://schemas.openxmlformats.org/officeDocument/2006/relationships/image" Target="../media/image4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6.jpg"/><Relationship Id="rId4" Type="http://schemas.openxmlformats.org/officeDocument/2006/relationships/image" Target="../media/image44.png"/></Relationships>
</file>

<file path=ppt/slides/_rels/slide79.xml.rels><?xml version="1.0" encoding="UTF-8" standalone="yes"?><Relationships xmlns="http://schemas.openxmlformats.org/package/2006/relationships"><Relationship Id="rId10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4.png"/><Relationship Id="rId4" Type="http://schemas.openxmlformats.org/officeDocument/2006/relationships/image" Target="../media/image66.jpg"/><Relationship Id="rId9" Type="http://schemas.openxmlformats.org/officeDocument/2006/relationships/image" Target="../media/image76.png"/><Relationship Id="rId5" Type="http://schemas.openxmlformats.org/officeDocument/2006/relationships/image" Target="../media/image17.png"/><Relationship Id="rId6" Type="http://schemas.openxmlformats.org/officeDocument/2006/relationships/image" Target="../media/image67.png"/><Relationship Id="rId7" Type="http://schemas.openxmlformats.org/officeDocument/2006/relationships/image" Target="../media/image68.jpg"/><Relationship Id="rId8" Type="http://schemas.openxmlformats.org/officeDocument/2006/relationships/image" Target="../media/image75.jpg"/></Relationships>
</file>

<file path=ppt/slides/_rels/slide8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jpg"/><Relationship Id="rId10" Type="http://schemas.openxmlformats.org/officeDocument/2006/relationships/image" Target="../media/image70.jpg"/><Relationship Id="rId13" Type="http://schemas.openxmlformats.org/officeDocument/2006/relationships/image" Target="../media/image44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6.jpg"/><Relationship Id="rId4" Type="http://schemas.openxmlformats.org/officeDocument/2006/relationships/image" Target="../media/image17.png"/><Relationship Id="rId9" Type="http://schemas.openxmlformats.org/officeDocument/2006/relationships/image" Target="../media/image69.png"/><Relationship Id="rId5" Type="http://schemas.openxmlformats.org/officeDocument/2006/relationships/image" Target="../media/image67.png"/><Relationship Id="rId6" Type="http://schemas.openxmlformats.org/officeDocument/2006/relationships/image" Target="../media/image68.jpg"/><Relationship Id="rId7" Type="http://schemas.openxmlformats.org/officeDocument/2006/relationships/image" Target="../media/image75.jpg"/><Relationship Id="rId8" Type="http://schemas.openxmlformats.org/officeDocument/2006/relationships/image" Target="../media/image7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25.jpg"/><Relationship Id="rId6" Type="http://schemas.openxmlformats.org/officeDocument/2006/relationships/image" Target="../media/image46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25.jpg"/><Relationship Id="rId6" Type="http://schemas.openxmlformats.org/officeDocument/2006/relationships/image" Target="../media/image46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25.jpg"/><Relationship Id="rId6" Type="http://schemas.openxmlformats.org/officeDocument/2006/relationships/image" Target="../media/image77.png"/><Relationship Id="rId7" Type="http://schemas.openxmlformats.org/officeDocument/2006/relationships/image" Target="../media/image46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25.jpg"/><Relationship Id="rId6" Type="http://schemas.openxmlformats.org/officeDocument/2006/relationships/image" Target="../media/image77.png"/><Relationship Id="rId7" Type="http://schemas.openxmlformats.org/officeDocument/2006/relationships/image" Target="../media/image46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25.jpg"/><Relationship Id="rId6" Type="http://schemas.openxmlformats.org/officeDocument/2006/relationships/image" Target="../media/image77.png"/><Relationship Id="rId7" Type="http://schemas.openxmlformats.org/officeDocument/2006/relationships/image" Target="../media/image46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25.jpg"/><Relationship Id="rId6" Type="http://schemas.openxmlformats.org/officeDocument/2006/relationships/image" Target="../media/image77.png"/><Relationship Id="rId7" Type="http://schemas.openxmlformats.org/officeDocument/2006/relationships/image" Target="../media/image46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25.jpg"/><Relationship Id="rId6" Type="http://schemas.openxmlformats.org/officeDocument/2006/relationships/image" Target="../media/image77.png"/><Relationship Id="rId7" Type="http://schemas.openxmlformats.org/officeDocument/2006/relationships/image" Target="../media/image46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94.png"/><Relationship Id="rId4" Type="http://schemas.openxmlformats.org/officeDocument/2006/relationships/image" Target="../media/image80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25.jpg"/><Relationship Id="rId6" Type="http://schemas.openxmlformats.org/officeDocument/2006/relationships/image" Target="../media/image77.png"/><Relationship Id="rId7" Type="http://schemas.openxmlformats.org/officeDocument/2006/relationships/image" Target="../media/image46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.png"/><Relationship Id="rId4" Type="http://schemas.openxmlformats.org/officeDocument/2006/relationships/image" Target="../media/image77.png"/><Relationship Id="rId5" Type="http://schemas.openxmlformats.org/officeDocument/2006/relationships/image" Target="../media/image46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9.png"/><Relationship Id="rId4" Type="http://schemas.openxmlformats.org/officeDocument/2006/relationships/image" Target="../media/image77.png"/><Relationship Id="rId5" Type="http://schemas.openxmlformats.org/officeDocument/2006/relationships/image" Target="../media/image46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72.png"/><Relationship Id="rId4" Type="http://schemas.openxmlformats.org/officeDocument/2006/relationships/image" Target="../media/image65.png"/><Relationship Id="rId5" Type="http://schemas.openxmlformats.org/officeDocument/2006/relationships/image" Target="../media/image48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9.png"/><Relationship Id="rId4" Type="http://schemas.openxmlformats.org/officeDocument/2006/relationships/image" Target="../media/image72.png"/><Relationship Id="rId5" Type="http://schemas.openxmlformats.org/officeDocument/2006/relationships/image" Target="../media/image82.png"/><Relationship Id="rId6" Type="http://schemas.openxmlformats.org/officeDocument/2006/relationships/image" Target="../media/image65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9.png"/><Relationship Id="rId4" Type="http://schemas.openxmlformats.org/officeDocument/2006/relationships/image" Target="../media/image82.png"/><Relationship Id="rId5" Type="http://schemas.openxmlformats.org/officeDocument/2006/relationships/image" Target="../media/image65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39.png"/><Relationship Id="rId4" Type="http://schemas.openxmlformats.org/officeDocument/2006/relationships/image" Target="../media/image82.png"/><Relationship Id="rId5" Type="http://schemas.openxmlformats.org/officeDocument/2006/relationships/image" Target="../media/image65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39.png"/><Relationship Id="rId4" Type="http://schemas.openxmlformats.org/officeDocument/2006/relationships/image" Target="../media/image82.png"/><Relationship Id="rId5" Type="http://schemas.openxmlformats.org/officeDocument/2006/relationships/image" Target="../media/image65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79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Relationship Id="rId7" Type="http://schemas.openxmlformats.org/officeDocument/2006/relationships/image" Target="../media/image8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Relationship Id="rId7" Type="http://schemas.openxmlformats.org/officeDocument/2006/relationships/image" Target="../media/image81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Relationship Id="rId7" Type="http://schemas.openxmlformats.org/officeDocument/2006/relationships/image" Target="../media/image81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Relationship Id="rId7" Type="http://schemas.openxmlformats.org/officeDocument/2006/relationships/image" Target="../media/image81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Relationship Id="rId7" Type="http://schemas.openxmlformats.org/officeDocument/2006/relationships/image" Target="../media/image81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82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95.png"/><Relationship Id="rId4" Type="http://schemas.openxmlformats.org/officeDocument/2006/relationships/image" Target="../media/image82.png"/><Relationship Id="rId5" Type="http://schemas.openxmlformats.org/officeDocument/2006/relationships/image" Target="../media/image96.png"/><Relationship Id="rId6" Type="http://schemas.openxmlformats.org/officeDocument/2006/relationships/image" Target="../media/image85.gif"/><Relationship Id="rId7" Type="http://schemas.openxmlformats.org/officeDocument/2006/relationships/image" Target="../media/image87.jpg"/><Relationship Id="rId8" Type="http://schemas.openxmlformats.org/officeDocument/2006/relationships/image" Target="../media/image84.jp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72.png"/><Relationship Id="rId4" Type="http://schemas.openxmlformats.org/officeDocument/2006/relationships/image" Target="../media/image83.png"/><Relationship Id="rId5" Type="http://schemas.openxmlformats.org/officeDocument/2006/relationships/image" Target="../media/image86.gif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0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Relationship Id="rId9" Type="http://schemas.openxmlformats.org/officeDocument/2006/relationships/image" Target="../media/image76.png"/><Relationship Id="rId5" Type="http://schemas.openxmlformats.org/officeDocument/2006/relationships/image" Target="../media/image17.png"/><Relationship Id="rId6" Type="http://schemas.openxmlformats.org/officeDocument/2006/relationships/image" Target="../media/image67.png"/><Relationship Id="rId7" Type="http://schemas.openxmlformats.org/officeDocument/2006/relationships/image" Target="../media/image68.jpg"/><Relationship Id="rId8" Type="http://schemas.openxmlformats.org/officeDocument/2006/relationships/image" Target="../media/image75.jp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Relationship Id="rId7" Type="http://schemas.openxmlformats.org/officeDocument/2006/relationships/image" Target="../media/image45.gif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Relationship Id="rId5" Type="http://schemas.openxmlformats.org/officeDocument/2006/relationships/image" Target="../media/image45.gif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Relationship Id="rId5" Type="http://schemas.openxmlformats.org/officeDocument/2006/relationships/image" Target="../media/image45.gif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Relationship Id="rId5" Type="http://schemas.openxmlformats.org/officeDocument/2006/relationships/image" Target="../media/image45.gif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Relationship Id="rId5" Type="http://schemas.openxmlformats.org/officeDocument/2006/relationships/image" Target="../media/image45.gif"/><Relationship Id="rId6" Type="http://schemas.openxmlformats.org/officeDocument/2006/relationships/image" Target="../media/image49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Relationship Id="rId5" Type="http://schemas.openxmlformats.org/officeDocument/2006/relationships/image" Target="../media/image45.gif"/><Relationship Id="rId6" Type="http://schemas.openxmlformats.org/officeDocument/2006/relationships/image" Target="../media/image49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Relationship Id="rId5" Type="http://schemas.openxmlformats.org/officeDocument/2006/relationships/image" Target="../media/image45.gif"/><Relationship Id="rId6" Type="http://schemas.openxmlformats.org/officeDocument/2006/relationships/image" Target="../media/image49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88.png"/><Relationship Id="rId4" Type="http://schemas.openxmlformats.org/officeDocument/2006/relationships/image" Target="../media/image39.png"/><Relationship Id="rId5" Type="http://schemas.openxmlformats.org/officeDocument/2006/relationships/image" Target="../media/image45.gif"/><Relationship Id="rId6" Type="http://schemas.openxmlformats.org/officeDocument/2006/relationships/image" Target="../media/image49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Relationship Id="rId5" Type="http://schemas.openxmlformats.org/officeDocument/2006/relationships/image" Target="../media/image39.png"/><Relationship Id="rId6" Type="http://schemas.openxmlformats.org/officeDocument/2006/relationships/image" Target="../media/image46.jp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91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89.jpg"/><Relationship Id="rId4" Type="http://schemas.openxmlformats.org/officeDocument/2006/relationships/image" Target="../media/image92.png"/><Relationship Id="rId5" Type="http://schemas.openxmlformats.org/officeDocument/2006/relationships/image" Target="../media/image90.png"/><Relationship Id="rId6" Type="http://schemas.openxmlformats.org/officeDocument/2006/relationships/image" Target="../media/image103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97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00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98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01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99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102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Tecnologias Big Data</a:t>
            </a:r>
            <a:endParaRPr/>
          </a:p>
        </p:txBody>
      </p:sp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3297500" y="1458680"/>
            <a:ext cx="2540100" cy="2540100"/>
          </a:xfrm>
          <a:prstGeom prst="donut">
            <a:avLst>
              <a:gd fmla="val 16067" name="adj"/>
            </a:avLst>
          </a:prstGeom>
          <a:solidFill>
            <a:srgbClr val="00CEF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3915600" y="2537338"/>
            <a:ext cx="1312800" cy="448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FFFFFF"/>
                </a:solidFill>
                <a:highlight>
                  <a:srgbClr val="1155CC"/>
                </a:highlight>
              </a:rPr>
              <a:t>  </a:t>
            </a:r>
            <a:r>
              <a:rPr b="1" lang="pt-BR" sz="2100" u="sng">
                <a:solidFill>
                  <a:srgbClr val="FFFFFF"/>
                </a:solidFill>
                <a:highlight>
                  <a:srgbClr val="1155CC"/>
                </a:highlight>
              </a:rPr>
              <a:t>V</a:t>
            </a:r>
            <a:r>
              <a:rPr b="1" lang="pt-BR" sz="2100">
                <a:solidFill>
                  <a:srgbClr val="FFFFFF"/>
                </a:solidFill>
                <a:highlight>
                  <a:srgbClr val="1155CC"/>
                </a:highlight>
              </a:rPr>
              <a:t>alor</a:t>
            </a:r>
            <a:r>
              <a:rPr b="1" lang="pt-BR" sz="2600">
                <a:solidFill>
                  <a:srgbClr val="1155CC"/>
                </a:solidFill>
                <a:highlight>
                  <a:srgbClr val="1155CC"/>
                </a:highlight>
              </a:rPr>
              <a:t>.</a:t>
            </a:r>
            <a:endParaRPr/>
          </a:p>
        </p:txBody>
      </p:sp>
      <p:pic>
        <p:nvPicPr>
          <p:cNvPr descr="Related image"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4575" y="2649837"/>
            <a:ext cx="252300" cy="25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8"/>
          <p:cNvCxnSpPr/>
          <p:nvPr/>
        </p:nvCxnSpPr>
        <p:spPr>
          <a:xfrm>
            <a:off x="3699750" y="1325089"/>
            <a:ext cx="341700" cy="261600"/>
          </a:xfrm>
          <a:prstGeom prst="straightConnector1">
            <a:avLst/>
          </a:prstGeom>
          <a:noFill/>
          <a:ln cap="flat" cmpd="sng" w="19050">
            <a:solidFill>
              <a:srgbClr val="A1C3FA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89" name="Google Shape;89;p18"/>
          <p:cNvCxnSpPr/>
          <p:nvPr/>
        </p:nvCxnSpPr>
        <p:spPr>
          <a:xfrm flipH="1">
            <a:off x="4983919" y="1321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90" name="Google Shape;90;p18"/>
          <p:cNvCxnSpPr/>
          <p:nvPr/>
        </p:nvCxnSpPr>
        <p:spPr>
          <a:xfrm flipH="1" rot="10800000">
            <a:off x="3482726" y="3650775"/>
            <a:ext cx="380100" cy="4404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91" name="Google Shape;91;p18"/>
          <p:cNvCxnSpPr/>
          <p:nvPr/>
        </p:nvCxnSpPr>
        <p:spPr>
          <a:xfrm flipH="1">
            <a:off x="574591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92" name="Google Shape;92;p18"/>
          <p:cNvCxnSpPr/>
          <p:nvPr/>
        </p:nvCxnSpPr>
        <p:spPr>
          <a:xfrm>
            <a:off x="295036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A1C3FA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93" name="Google Shape;93;p18"/>
          <p:cNvCxnSpPr/>
          <p:nvPr/>
        </p:nvCxnSpPr>
        <p:spPr>
          <a:xfrm rot="10800000">
            <a:off x="5318463" y="3675656"/>
            <a:ext cx="356100" cy="4155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94" name="Google Shape;94;p18"/>
          <p:cNvSpPr/>
          <p:nvPr/>
        </p:nvSpPr>
        <p:spPr>
          <a:xfrm rot="1800047">
            <a:off x="3219843" y="1379373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 flipH="1" rot="-1800047">
            <a:off x="3221956" y="1379373"/>
            <a:ext cx="2690936" cy="2690936"/>
          </a:xfrm>
          <a:prstGeom prst="blockArc">
            <a:avLst>
              <a:gd fmla="val 14348563" name="adj1"/>
              <a:gd fmla="val 21472873" name="adj2"/>
              <a:gd fmla="val 9381" name="adj3"/>
            </a:avLst>
          </a:prstGeom>
          <a:solidFill>
            <a:srgbClr val="A1C3FA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 rot="-8100000">
            <a:off x="4382715" y="1320332"/>
            <a:ext cx="363170" cy="363170"/>
          </a:xfrm>
          <a:prstGeom prst="rtTriangle">
            <a:avLst/>
          </a:prstGeom>
          <a:solidFill>
            <a:srgbClr val="A1C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 flipH="1" rot="-9000757">
            <a:off x="3220953" y="1377747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1155CC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 rot="-1027861">
            <a:off x="5485874" y="3142771"/>
            <a:ext cx="312672" cy="312672"/>
          </a:xfrm>
          <a:prstGeom prst="rtTriangle">
            <a:avLst/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 rot="6359841">
            <a:off x="3315801" y="3140700"/>
            <a:ext cx="363580" cy="363580"/>
          </a:xfrm>
          <a:prstGeom prst="rtTriangl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5375337" y="107457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ariedade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013246" y="1074587"/>
            <a:ext cx="26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eracidade</a:t>
            </a:r>
            <a:endParaRPr b="1" i="0" sz="2300" u="none" cap="none" strike="noStrike">
              <a:solidFill>
                <a:srgbClr val="6D9EE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5522183" y="424356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elocidade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1766983" y="424357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olatilidade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" name="Google Shape;104;p18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Vs de Big Data</a:t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1005987" y="253039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isualização</a:t>
            </a:r>
            <a:endParaRPr b="1" i="0" sz="2300" u="none" cap="none" strike="noStrike">
              <a:solidFill>
                <a:srgbClr val="6D9EE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151522" y="2530391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olume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Tecnologias Big Data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852" y="627874"/>
            <a:ext cx="5702299" cy="42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 - Arquitetura</a:t>
            </a:r>
            <a:endParaRPr/>
          </a:p>
        </p:txBody>
      </p:sp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Existe um ‘ancestral comum’ entre os projetos</a:t>
            </a:r>
            <a:endParaRPr/>
          </a:p>
        </p:txBody>
      </p:sp>
      <p:pic>
        <p:nvPicPr>
          <p:cNvPr descr="Image result for big data essentials"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531" y="3473903"/>
            <a:ext cx="720094" cy="113949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7759" y="3473904"/>
            <a:ext cx="876371" cy="113949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7975" y="3473900"/>
            <a:ext cx="876376" cy="113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 - A meta Arquitetura</a:t>
            </a:r>
            <a:endParaRPr/>
          </a:p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p21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21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1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p22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22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hdfs logo" id="172" name="Google Shape;172;p22"/>
          <p:cNvPicPr preferRelativeResize="0"/>
          <p:nvPr/>
        </p:nvPicPr>
        <p:blipFill rotWithShape="1">
          <a:blip r:embed="rId3">
            <a:alphaModFix/>
          </a:blip>
          <a:srcRect b="24843" l="0" r="0" t="26018"/>
          <a:stretch/>
        </p:blipFill>
        <p:spPr>
          <a:xfrm>
            <a:off x="3370950" y="3424794"/>
            <a:ext cx="76030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s3" id="173" name="Google Shape;173;p22"/>
          <p:cNvPicPr preferRelativeResize="0"/>
          <p:nvPr/>
        </p:nvPicPr>
        <p:blipFill rotWithShape="1">
          <a:blip r:embed="rId4">
            <a:alphaModFix/>
          </a:blip>
          <a:srcRect b="7393" l="0" r="0" t="7529"/>
          <a:stretch/>
        </p:blipFill>
        <p:spPr>
          <a:xfrm>
            <a:off x="4264239" y="3417463"/>
            <a:ext cx="61555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 logo" id="174" name="Google Shape;174;p22"/>
          <p:cNvPicPr preferRelativeResize="0"/>
          <p:nvPr/>
        </p:nvPicPr>
        <p:blipFill rotWithShape="1">
          <a:blip r:embed="rId5">
            <a:alphaModFix/>
          </a:blip>
          <a:srcRect b="33758" l="0" r="0" t="27506"/>
          <a:stretch/>
        </p:blipFill>
        <p:spPr>
          <a:xfrm>
            <a:off x="5012799" y="3447150"/>
            <a:ext cx="658900" cy="1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logo" id="175" name="Google Shape;175;p22"/>
          <p:cNvPicPr preferRelativeResize="0"/>
          <p:nvPr/>
        </p:nvPicPr>
        <p:blipFill rotWithShape="1">
          <a:blip r:embed="rId6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176" name="Google Shape;176;p22"/>
          <p:cNvPicPr preferRelativeResize="0"/>
          <p:nvPr/>
        </p:nvPicPr>
        <p:blipFill rotWithShape="1">
          <a:blip r:embed="rId7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77" name="Google Shape;177;p22"/>
          <p:cNvPicPr preferRelativeResize="0"/>
          <p:nvPr/>
        </p:nvPicPr>
        <p:blipFill rotWithShape="1">
          <a:blip r:embed="rId8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178" name="Google Shape;178;p22"/>
          <p:cNvPicPr preferRelativeResize="0"/>
          <p:nvPr/>
        </p:nvPicPr>
        <p:blipFill rotWithShape="1">
          <a:blip r:embed="rId9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179" name="Google Shape;179;p22"/>
          <p:cNvPicPr preferRelativeResize="0"/>
          <p:nvPr/>
        </p:nvPicPr>
        <p:blipFill rotWithShape="1">
          <a:blip r:embed="rId10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influxdb icon" id="183" name="Google Shape;183;p22"/>
          <p:cNvPicPr preferRelativeResize="0"/>
          <p:nvPr/>
        </p:nvPicPr>
        <p:blipFill rotWithShape="1">
          <a:blip r:embed="rId11">
            <a:alphaModFix/>
          </a:blip>
          <a:srcRect b="10541" l="12594" r="38531" t="76370"/>
          <a:stretch/>
        </p:blipFill>
        <p:spPr>
          <a:xfrm>
            <a:off x="1121219" y="2442900"/>
            <a:ext cx="1065176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kafka" id="184" name="Google Shape;184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48277" y="2202563"/>
            <a:ext cx="738338" cy="738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apreduce logo" id="185" name="Google Shape;185;p22"/>
          <p:cNvPicPr preferRelativeResize="0"/>
          <p:nvPr/>
        </p:nvPicPr>
        <p:blipFill rotWithShape="1">
          <a:blip r:embed="rId13">
            <a:alphaModFix/>
          </a:blip>
          <a:srcRect b="6491" l="7711" r="5051" t="3345"/>
          <a:stretch/>
        </p:blipFill>
        <p:spPr>
          <a:xfrm>
            <a:off x="4082509" y="2861050"/>
            <a:ext cx="987376" cy="27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spark" id="187" name="Google Shape;187;p22"/>
          <p:cNvPicPr preferRelativeResize="0"/>
          <p:nvPr/>
        </p:nvPicPr>
        <p:blipFill rotWithShape="1">
          <a:blip r:embed="rId14">
            <a:alphaModFix/>
          </a:blip>
          <a:srcRect b="13711" l="0" r="0" t="0"/>
          <a:stretch/>
        </p:blipFill>
        <p:spPr>
          <a:xfrm>
            <a:off x="4113161" y="1911125"/>
            <a:ext cx="926075" cy="558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nfluxdb icon" id="188" name="Google Shape;188;p22"/>
          <p:cNvPicPr preferRelativeResize="0"/>
          <p:nvPr/>
        </p:nvPicPr>
        <p:blipFill rotWithShape="1">
          <a:blip r:embed="rId11">
            <a:alphaModFix/>
          </a:blip>
          <a:srcRect b="47875" l="26722" r="35167" t="39542"/>
          <a:stretch/>
        </p:blipFill>
        <p:spPr>
          <a:xfrm>
            <a:off x="5485261" y="2611871"/>
            <a:ext cx="744935" cy="22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nfluxdb icon" id="189" name="Google Shape;189;p22"/>
          <p:cNvPicPr preferRelativeResize="0"/>
          <p:nvPr/>
        </p:nvPicPr>
        <p:blipFill rotWithShape="1">
          <a:blip r:embed="rId11">
            <a:alphaModFix/>
          </a:blip>
          <a:srcRect b="48483" l="12323" r="75715" t="38934"/>
          <a:stretch/>
        </p:blipFill>
        <p:spPr>
          <a:xfrm>
            <a:off x="5698596" y="2292130"/>
            <a:ext cx="323274" cy="307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grafana" id="190" name="Google Shape;190;p2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75275" y="2834083"/>
            <a:ext cx="615550" cy="615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tableau logo" id="191" name="Google Shape;191;p2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195916" y="3542309"/>
            <a:ext cx="615550" cy="54751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Apache Hadoop</a:t>
            </a:r>
            <a:endParaRPr/>
          </a:p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Onde tudo começou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</a:t>
            </a:r>
            <a:endParaRPr/>
          </a:p>
        </p:txBody>
      </p:sp>
      <p:pic>
        <p:nvPicPr>
          <p:cNvPr id="203" name="Google Shape;203;p24"/>
          <p:cNvPicPr preferRelativeResize="0"/>
          <p:nvPr/>
        </p:nvPicPr>
        <p:blipFill rotWithShape="1">
          <a:blip r:embed="rId3">
            <a:alphaModFix/>
          </a:blip>
          <a:srcRect b="5704" l="0" r="87821" t="0"/>
          <a:stretch/>
        </p:blipFill>
        <p:spPr>
          <a:xfrm>
            <a:off x="334350" y="864175"/>
            <a:ext cx="1032150" cy="352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</a:t>
            </a:r>
            <a:endParaRPr/>
          </a:p>
        </p:txBody>
      </p:sp>
      <p:pic>
        <p:nvPicPr>
          <p:cNvPr id="209" name="Google Shape;209;p25"/>
          <p:cNvPicPr preferRelativeResize="0"/>
          <p:nvPr/>
        </p:nvPicPr>
        <p:blipFill rotWithShape="1">
          <a:blip r:embed="rId3">
            <a:alphaModFix/>
          </a:blip>
          <a:srcRect b="5704" l="0" r="45370" t="0"/>
          <a:stretch/>
        </p:blipFill>
        <p:spPr>
          <a:xfrm>
            <a:off x="334350" y="864175"/>
            <a:ext cx="4630149" cy="352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</a:t>
            </a:r>
            <a:endParaRPr/>
          </a:p>
        </p:txBody>
      </p:sp>
      <p:pic>
        <p:nvPicPr>
          <p:cNvPr id="215" name="Google Shape;215;p26"/>
          <p:cNvPicPr preferRelativeResize="0"/>
          <p:nvPr/>
        </p:nvPicPr>
        <p:blipFill rotWithShape="1">
          <a:blip r:embed="rId3">
            <a:alphaModFix/>
          </a:blip>
          <a:srcRect b="5704" l="0" r="0" t="0"/>
          <a:stretch/>
        </p:blipFill>
        <p:spPr>
          <a:xfrm>
            <a:off x="334350" y="864175"/>
            <a:ext cx="8475300" cy="35261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/>
          <p:nvPr/>
        </p:nvSpPr>
        <p:spPr>
          <a:xfrm>
            <a:off x="276200" y="3525300"/>
            <a:ext cx="8468100" cy="443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222" name="Google Shape;222;p27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223" name="Google Shape;223;p27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4" name="Google Shape;224;p27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225" name="Google Shape;225;p27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26" name="Google Shape;226;p27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27" name="Google Shape;227;p2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28" name="Google Shape;228;p2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9" name="Google Shape;229;p27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230" name="Google Shape;2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236" name="Google Shape;236;p28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237" name="Google Shape;237;p28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8" name="Google Shape;238;p28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239" name="Google Shape;239;p28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40" name="Google Shape;240;p28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41" name="Google Shape;241;p28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42" name="Google Shape;242;p28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3" name="Google Shape;243;p28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244" name="Google Shape;2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8450" y="942146"/>
            <a:ext cx="2159044" cy="324182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0681" y="942143"/>
            <a:ext cx="2159044" cy="324182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7" name="Google Shape;24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6200" y="942146"/>
            <a:ext cx="2159044" cy="324182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8" name="Google Shape;248;p28"/>
          <p:cNvSpPr txBox="1"/>
          <p:nvPr/>
        </p:nvSpPr>
        <p:spPr>
          <a:xfrm>
            <a:off x="8611925" y="2221425"/>
            <a:ext cx="508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alibri"/>
                <a:ea typeface="Calibri"/>
                <a:cs typeface="Calibri"/>
                <a:sym typeface="Calibri"/>
              </a:rPr>
              <a:t>...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130800" y="4927500"/>
            <a:ext cx="8882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u="sng">
                <a:solidFill>
                  <a:schemeClr val="hlink"/>
                </a:solidFill>
                <a:hlinkClick r:id="rId7"/>
              </a:rPr>
              <a:t>https://static.googleusercontent.com/media/research.google.com/en//archive/gfs-sosp2003.pdf</a:t>
            </a:r>
            <a:r>
              <a:rPr lang="pt-BR" sz="800"/>
              <a:t> </a:t>
            </a:r>
            <a:endParaRPr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O limite da escalabilidade vertical</a:t>
            </a:r>
            <a:endParaRPr/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6" name="Google Shape;2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650" y="1737200"/>
            <a:ext cx="1254525" cy="1851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mputer monitor" id="257" name="Google Shape;257;p29"/>
          <p:cNvPicPr preferRelativeResize="0"/>
          <p:nvPr/>
        </p:nvPicPr>
        <p:blipFill rotWithShape="1">
          <a:blip r:embed="rId4">
            <a:alphaModFix/>
          </a:blip>
          <a:srcRect b="5891" l="0" r="0" t="0"/>
          <a:stretch/>
        </p:blipFill>
        <p:spPr>
          <a:xfrm flipH="1">
            <a:off x="3092825" y="2160350"/>
            <a:ext cx="1502400" cy="139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258" name="Google Shape;25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425" y="2043238"/>
            <a:ext cx="1297075" cy="129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29"/>
          <p:cNvCxnSpPr>
            <a:stCxn id="258" idx="3"/>
          </p:cNvCxnSpPr>
          <p:nvPr/>
        </p:nvCxnSpPr>
        <p:spPr>
          <a:xfrm flipH="1" rot="10800000">
            <a:off x="2038500" y="2689375"/>
            <a:ext cx="832500" cy="2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hard drive" id="260" name="Google Shape;260;p29"/>
          <p:cNvPicPr preferRelativeResize="0"/>
          <p:nvPr/>
        </p:nvPicPr>
        <p:blipFill rotWithShape="1">
          <a:blip r:embed="rId6">
            <a:alphaModFix/>
          </a:blip>
          <a:srcRect b="0" l="14056" r="12077" t="0"/>
          <a:stretch/>
        </p:blipFill>
        <p:spPr>
          <a:xfrm rot="5400000">
            <a:off x="5036385" y="3141614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pu icon" id="261" name="Google Shape;261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02400" y="2850800"/>
            <a:ext cx="245327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eme cat typing" id="262" name="Google Shape;262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5375" y="2462700"/>
            <a:ext cx="545150" cy="5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O limite da escalabilidade vertical</a:t>
            </a:r>
            <a:endParaRPr/>
          </a:p>
        </p:txBody>
      </p:sp>
      <p:sp>
        <p:nvSpPr>
          <p:cNvPr id="268" name="Google Shape;268;p30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9" name="Google Shape;2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650" y="1737200"/>
            <a:ext cx="1254525" cy="1851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mputer monitor" id="270" name="Google Shape;270;p30"/>
          <p:cNvPicPr preferRelativeResize="0"/>
          <p:nvPr/>
        </p:nvPicPr>
        <p:blipFill rotWithShape="1">
          <a:blip r:embed="rId4">
            <a:alphaModFix/>
          </a:blip>
          <a:srcRect b="5891" l="0" r="0" t="0"/>
          <a:stretch/>
        </p:blipFill>
        <p:spPr>
          <a:xfrm flipH="1">
            <a:off x="3092825" y="2160350"/>
            <a:ext cx="1502400" cy="13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0"/>
          <p:cNvSpPr txBox="1"/>
          <p:nvPr/>
        </p:nvSpPr>
        <p:spPr>
          <a:xfrm>
            <a:off x="3121887" y="2415619"/>
            <a:ext cx="10032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  <a:latin typeface="Audiowide"/>
                <a:ea typeface="Audiowide"/>
                <a:cs typeface="Audiowide"/>
                <a:sym typeface="Audiowide"/>
              </a:rPr>
              <a:t>Disco Cheio (!)</a:t>
            </a:r>
            <a:endParaRPr>
              <a:solidFill>
                <a:srgbClr val="FF0000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pic>
        <p:nvPicPr>
          <p:cNvPr descr="Image result for doubt balloon" id="272" name="Google Shape;27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0050" y="1161037"/>
            <a:ext cx="803200" cy="8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273" name="Google Shape;27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425" y="2043238"/>
            <a:ext cx="1297075" cy="129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30"/>
          <p:cNvCxnSpPr>
            <a:stCxn id="273" idx="3"/>
          </p:cNvCxnSpPr>
          <p:nvPr/>
        </p:nvCxnSpPr>
        <p:spPr>
          <a:xfrm flipH="1" rot="10800000">
            <a:off x="2038500" y="2689375"/>
            <a:ext cx="832500" cy="2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hard drive" id="275" name="Google Shape;275;p30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3141614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pu icon" id="276" name="Google Shape;276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2400" y="2850800"/>
            <a:ext cx="245327" cy="2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O limite da escalabilidade vertical</a:t>
            </a:r>
            <a:endParaRPr/>
          </a:p>
        </p:txBody>
      </p:sp>
      <p:sp>
        <p:nvSpPr>
          <p:cNvPr id="282" name="Google Shape;282;p31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3" name="Google Shape;2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650" y="1737200"/>
            <a:ext cx="1254525" cy="1851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mputer monitor" id="284" name="Google Shape;284;p31"/>
          <p:cNvPicPr preferRelativeResize="0"/>
          <p:nvPr/>
        </p:nvPicPr>
        <p:blipFill rotWithShape="1">
          <a:blip r:embed="rId4">
            <a:alphaModFix/>
          </a:blip>
          <a:srcRect b="5891" l="0" r="0" t="0"/>
          <a:stretch/>
        </p:blipFill>
        <p:spPr>
          <a:xfrm flipH="1">
            <a:off x="3092825" y="2160350"/>
            <a:ext cx="1502400" cy="139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285" name="Google Shape;28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425" y="2043238"/>
            <a:ext cx="1297075" cy="129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31"/>
          <p:cNvCxnSpPr>
            <a:stCxn id="285" idx="3"/>
          </p:cNvCxnSpPr>
          <p:nvPr/>
        </p:nvCxnSpPr>
        <p:spPr>
          <a:xfrm flipH="1" rot="10800000">
            <a:off x="2038500" y="2689375"/>
            <a:ext cx="832500" cy="2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287" name="Google Shape;28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3662" y="2363362"/>
            <a:ext cx="656863" cy="656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288" name="Google Shape;288;p31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3141614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289" name="Google Shape;289;p31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804221"/>
            <a:ext cx="293482" cy="386652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cpu icon" id="290" name="Google Shape;290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2400" y="2850800"/>
            <a:ext cx="245327" cy="2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O limite da escalabilidade vertical</a:t>
            </a:r>
            <a:endParaRPr/>
          </a:p>
        </p:txBody>
      </p:sp>
      <p:sp>
        <p:nvSpPr>
          <p:cNvPr id="296" name="Google Shape;296;p32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7" name="Google Shape;2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650" y="1737200"/>
            <a:ext cx="1254525" cy="1851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mputer monitor" id="298" name="Google Shape;298;p32"/>
          <p:cNvPicPr preferRelativeResize="0"/>
          <p:nvPr/>
        </p:nvPicPr>
        <p:blipFill rotWithShape="1">
          <a:blip r:embed="rId4">
            <a:alphaModFix/>
          </a:blip>
          <a:srcRect b="5891" l="0" r="0" t="0"/>
          <a:stretch/>
        </p:blipFill>
        <p:spPr>
          <a:xfrm flipH="1">
            <a:off x="3092825" y="2160350"/>
            <a:ext cx="1502400" cy="13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2"/>
          <p:cNvSpPr txBox="1"/>
          <p:nvPr/>
        </p:nvSpPr>
        <p:spPr>
          <a:xfrm>
            <a:off x="3121887" y="2415619"/>
            <a:ext cx="10032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  <a:latin typeface="Audiowide"/>
                <a:ea typeface="Audiowide"/>
                <a:cs typeface="Audiowide"/>
                <a:sym typeface="Audiowide"/>
              </a:rPr>
              <a:t>Disco Cheio (!)</a:t>
            </a:r>
            <a:endParaRPr>
              <a:solidFill>
                <a:srgbClr val="FF0000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pic>
        <p:nvPicPr>
          <p:cNvPr descr="Image result for doubt balloon" id="300" name="Google Shape;30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0050" y="1161037"/>
            <a:ext cx="803200" cy="8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301" name="Google Shape;301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425" y="2043238"/>
            <a:ext cx="1297075" cy="129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p32"/>
          <p:cNvCxnSpPr>
            <a:stCxn id="301" idx="3"/>
          </p:cNvCxnSpPr>
          <p:nvPr/>
        </p:nvCxnSpPr>
        <p:spPr>
          <a:xfrm flipH="1" rot="10800000">
            <a:off x="2038500" y="2689375"/>
            <a:ext cx="832500" cy="2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hard drive" id="303" name="Google Shape;303;p32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3141614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04" name="Google Shape;304;p32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804221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pu icon" id="305" name="Google Shape;305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2400" y="2850800"/>
            <a:ext cx="245327" cy="2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O limite da escalabilidade vertical</a:t>
            </a:r>
            <a:endParaRPr/>
          </a:p>
        </p:txBody>
      </p:sp>
      <p:sp>
        <p:nvSpPr>
          <p:cNvPr id="311" name="Google Shape;311;p33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2" name="Google Shape;3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650" y="1737200"/>
            <a:ext cx="1254525" cy="1851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mputer monitor" id="313" name="Google Shape;313;p33"/>
          <p:cNvPicPr preferRelativeResize="0"/>
          <p:nvPr/>
        </p:nvPicPr>
        <p:blipFill rotWithShape="1">
          <a:blip r:embed="rId4">
            <a:alphaModFix/>
          </a:blip>
          <a:srcRect b="5891" l="0" r="0" t="0"/>
          <a:stretch/>
        </p:blipFill>
        <p:spPr>
          <a:xfrm flipH="1">
            <a:off x="3092825" y="2160350"/>
            <a:ext cx="1502400" cy="139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314" name="Google Shape;31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425" y="2043238"/>
            <a:ext cx="1297075" cy="129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33"/>
          <p:cNvCxnSpPr>
            <a:stCxn id="314" idx="3"/>
          </p:cNvCxnSpPr>
          <p:nvPr/>
        </p:nvCxnSpPr>
        <p:spPr>
          <a:xfrm flipH="1" rot="10800000">
            <a:off x="2038500" y="2689375"/>
            <a:ext cx="832500" cy="2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316" name="Google Shape;316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3662" y="2363362"/>
            <a:ext cx="656863" cy="656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17" name="Google Shape;317;p33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3141614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18" name="Google Shape;318;p33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804221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19" name="Google Shape;319;p33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466833"/>
            <a:ext cx="293482" cy="38665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hard drive" id="320" name="Google Shape;320;p33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114896"/>
            <a:ext cx="293482" cy="38665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cpu icon" id="321" name="Google Shape;321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2400" y="2850800"/>
            <a:ext cx="245327" cy="2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O limite da escalabilidade vertical</a:t>
            </a:r>
            <a:endParaRPr/>
          </a:p>
        </p:txBody>
      </p:sp>
      <p:sp>
        <p:nvSpPr>
          <p:cNvPr id="327" name="Google Shape;327;p34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28" name="Google Shape;32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650" y="1737200"/>
            <a:ext cx="1254525" cy="1851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mputer monitor" id="329" name="Google Shape;329;p34"/>
          <p:cNvPicPr preferRelativeResize="0"/>
          <p:nvPr/>
        </p:nvPicPr>
        <p:blipFill rotWithShape="1">
          <a:blip r:embed="rId4">
            <a:alphaModFix/>
          </a:blip>
          <a:srcRect b="5891" l="0" r="0" t="0"/>
          <a:stretch/>
        </p:blipFill>
        <p:spPr>
          <a:xfrm flipH="1">
            <a:off x="3092825" y="2160350"/>
            <a:ext cx="1502400" cy="13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4"/>
          <p:cNvSpPr txBox="1"/>
          <p:nvPr/>
        </p:nvSpPr>
        <p:spPr>
          <a:xfrm>
            <a:off x="3121887" y="2415619"/>
            <a:ext cx="10032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Audiowide"/>
                <a:ea typeface="Audiowide"/>
                <a:cs typeface="Audiowide"/>
                <a:sym typeface="Audiowide"/>
              </a:rPr>
              <a:t>Limite de Proc.</a:t>
            </a:r>
            <a:endParaRPr sz="1200">
              <a:solidFill>
                <a:srgbClr val="FF0000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pic>
        <p:nvPicPr>
          <p:cNvPr descr="Image result for doubt balloon" id="331" name="Google Shape;33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0050" y="1161037"/>
            <a:ext cx="803200" cy="8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332" name="Google Shape;33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425" y="2043238"/>
            <a:ext cx="1297075" cy="129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34"/>
          <p:cNvCxnSpPr>
            <a:stCxn id="332" idx="3"/>
          </p:cNvCxnSpPr>
          <p:nvPr/>
        </p:nvCxnSpPr>
        <p:spPr>
          <a:xfrm flipH="1" rot="10800000">
            <a:off x="2038500" y="2689375"/>
            <a:ext cx="832500" cy="2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hard drive" id="334" name="Google Shape;334;p34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3141614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35" name="Google Shape;335;p34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804221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36" name="Google Shape;336;p34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466833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37" name="Google Shape;337;p34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114896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pu icon" id="338" name="Google Shape;338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2400" y="2850800"/>
            <a:ext cx="245327" cy="2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O limite da escalabilidade vertical</a:t>
            </a:r>
            <a:endParaRPr/>
          </a:p>
        </p:txBody>
      </p:sp>
      <p:sp>
        <p:nvSpPr>
          <p:cNvPr id="344" name="Google Shape;344;p35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5" name="Google Shape;34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650" y="1737200"/>
            <a:ext cx="1254525" cy="1851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mputer monitor" id="346" name="Google Shape;346;p35"/>
          <p:cNvPicPr preferRelativeResize="0"/>
          <p:nvPr/>
        </p:nvPicPr>
        <p:blipFill rotWithShape="1">
          <a:blip r:embed="rId4">
            <a:alphaModFix/>
          </a:blip>
          <a:srcRect b="5891" l="0" r="0" t="0"/>
          <a:stretch/>
        </p:blipFill>
        <p:spPr>
          <a:xfrm flipH="1">
            <a:off x="3092825" y="2160350"/>
            <a:ext cx="1502400" cy="139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347" name="Google Shape;34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425" y="2043238"/>
            <a:ext cx="1297075" cy="129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35"/>
          <p:cNvCxnSpPr>
            <a:stCxn id="347" idx="3"/>
          </p:cNvCxnSpPr>
          <p:nvPr/>
        </p:nvCxnSpPr>
        <p:spPr>
          <a:xfrm flipH="1" rot="10800000">
            <a:off x="2038500" y="2689375"/>
            <a:ext cx="832500" cy="2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349" name="Google Shape;34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3662" y="2363362"/>
            <a:ext cx="656863" cy="656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50" name="Google Shape;350;p35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3141614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51" name="Google Shape;351;p35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804221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52" name="Google Shape;352;p35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466833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" id="353" name="Google Shape;353;p35"/>
          <p:cNvPicPr preferRelativeResize="0"/>
          <p:nvPr/>
        </p:nvPicPr>
        <p:blipFill rotWithShape="1">
          <a:blip r:embed="rId7">
            <a:alphaModFix/>
          </a:blip>
          <a:srcRect b="0" l="14056" r="12077" t="0"/>
          <a:stretch/>
        </p:blipFill>
        <p:spPr>
          <a:xfrm rot="5400000">
            <a:off x="5036385" y="2114896"/>
            <a:ext cx="293482" cy="38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pu icon" id="354" name="Google Shape;354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2400" y="2850800"/>
            <a:ext cx="245327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pu icon" id="355" name="Google Shape;355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2400" y="2546000"/>
            <a:ext cx="245327" cy="257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cpu icon" id="356" name="Google Shape;356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02400" y="2241200"/>
            <a:ext cx="245327" cy="257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O limite da escalabilidade vertical</a:t>
            </a:r>
            <a:endParaRPr/>
          </a:p>
        </p:txBody>
      </p:sp>
      <p:pic>
        <p:nvPicPr>
          <p:cNvPr id="362" name="Google Shape;362;p36"/>
          <p:cNvPicPr preferRelativeResize="0"/>
          <p:nvPr/>
        </p:nvPicPr>
        <p:blipFill rotWithShape="1">
          <a:blip r:embed="rId3">
            <a:alphaModFix/>
          </a:blip>
          <a:srcRect b="21405" l="1182" r="61637" t="25266"/>
          <a:stretch/>
        </p:blipFill>
        <p:spPr>
          <a:xfrm>
            <a:off x="199725" y="1664550"/>
            <a:ext cx="3328325" cy="28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6"/>
          <p:cNvSpPr txBox="1"/>
          <p:nvPr>
            <p:ph idx="1" type="body"/>
          </p:nvPr>
        </p:nvSpPr>
        <p:spPr>
          <a:xfrm>
            <a:off x="199750" y="706409"/>
            <a:ext cx="8944200" cy="565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/>
              <a:t>Um Crawler pode encher um grande sistema único em poucos minutos (!)</a:t>
            </a:r>
            <a:endParaRPr b="1"/>
          </a:p>
        </p:txBody>
      </p:sp>
      <p:pic>
        <p:nvPicPr>
          <p:cNvPr descr="Image result for web icon" id="364" name="Google Shape;36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9875" y="2420445"/>
            <a:ext cx="1223350" cy="108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365" name="Google Shape;36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612526" y="1629324"/>
            <a:ext cx="3683099" cy="17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6"/>
          <p:cNvPicPr preferRelativeResize="0"/>
          <p:nvPr/>
        </p:nvPicPr>
        <p:blipFill rotWithShape="1">
          <a:blip r:embed="rId3">
            <a:alphaModFix/>
          </a:blip>
          <a:srcRect b="48019" l="26314" r="61637" t="46014"/>
          <a:stretch/>
        </p:blipFill>
        <p:spPr>
          <a:xfrm>
            <a:off x="6611650" y="2800863"/>
            <a:ext cx="1148227" cy="31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6"/>
          <p:cNvSpPr txBox="1"/>
          <p:nvPr/>
        </p:nvSpPr>
        <p:spPr>
          <a:xfrm>
            <a:off x="2285968" y="4356375"/>
            <a:ext cx="16029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Audiowide"/>
                <a:ea typeface="Audiowide"/>
                <a:cs typeface="Audiowide"/>
                <a:sym typeface="Audiowide"/>
              </a:rPr>
              <a:t>Limite Físico</a:t>
            </a:r>
            <a:endParaRPr sz="1200">
              <a:solidFill>
                <a:srgbClr val="FF0000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Solução: abordagem baseada em rede</a:t>
            </a:r>
            <a:endParaRPr/>
          </a:p>
        </p:txBody>
      </p:sp>
      <p:pic>
        <p:nvPicPr>
          <p:cNvPr descr="Image result for switch network" id="373" name="Google Shape;373;p37"/>
          <p:cNvPicPr preferRelativeResize="0"/>
          <p:nvPr/>
        </p:nvPicPr>
        <p:blipFill rotWithShape="1">
          <a:blip r:embed="rId3">
            <a:alphaModFix/>
          </a:blip>
          <a:srcRect b="33977" l="0" r="0" t="36365"/>
          <a:stretch/>
        </p:blipFill>
        <p:spPr>
          <a:xfrm>
            <a:off x="5918175" y="2572087"/>
            <a:ext cx="1305499" cy="38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>
            <a:stCxn id="375" idx="3"/>
            <a:endCxn id="373" idx="2"/>
          </p:cNvCxnSpPr>
          <p:nvPr/>
        </p:nvCxnSpPr>
        <p:spPr>
          <a:xfrm flipH="1" rot="10800000">
            <a:off x="5145775" y="2959162"/>
            <a:ext cx="14250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376" name="Google Shape;376;p37"/>
          <p:cNvCxnSpPr>
            <a:stCxn id="373" idx="2"/>
            <a:endCxn id="377" idx="1"/>
          </p:cNvCxnSpPr>
          <p:nvPr/>
        </p:nvCxnSpPr>
        <p:spPr>
          <a:xfrm>
            <a:off x="6570925" y="2959263"/>
            <a:ext cx="14538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378" name="Google Shape;378;p37"/>
          <p:cNvCxnSpPr>
            <a:endCxn id="373" idx="0"/>
          </p:cNvCxnSpPr>
          <p:nvPr/>
        </p:nvCxnSpPr>
        <p:spPr>
          <a:xfrm>
            <a:off x="6570925" y="1806787"/>
            <a:ext cx="0" cy="76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grpSp>
        <p:nvGrpSpPr>
          <p:cNvPr id="379" name="Google Shape;379;p37"/>
          <p:cNvGrpSpPr/>
          <p:nvPr/>
        </p:nvGrpSpPr>
        <p:grpSpPr>
          <a:xfrm>
            <a:off x="4335105" y="3521200"/>
            <a:ext cx="810670" cy="1177525"/>
            <a:chOff x="4335105" y="3521200"/>
            <a:chExt cx="810670" cy="1177525"/>
          </a:xfrm>
        </p:grpSpPr>
        <p:pic>
          <p:nvPicPr>
            <p:cNvPr id="375" name="Google Shape;375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0" name="Google Shape;380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1" name="Google Shape;381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2" name="Google Shape;382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3" name="Google Shape;383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4" name="Google Shape;384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5" name="Google Shape;385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6" name="Google Shape;386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7" name="Google Shape;387;p37"/>
          <p:cNvGrpSpPr/>
          <p:nvPr/>
        </p:nvGrpSpPr>
        <p:grpSpPr>
          <a:xfrm>
            <a:off x="8024725" y="3521200"/>
            <a:ext cx="810670" cy="1177525"/>
            <a:chOff x="8024650" y="3521200"/>
            <a:chExt cx="810670" cy="1177525"/>
          </a:xfrm>
        </p:grpSpPr>
        <p:pic>
          <p:nvPicPr>
            <p:cNvPr id="377" name="Google Shape;37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8" name="Google Shape;388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9" name="Google Shape;389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90" name="Google Shape;390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91" name="Google Shape;391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92" name="Google Shape;392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93" name="Google Shape;393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94" name="Google Shape;394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" name="Google Shape;395;p37"/>
          <p:cNvGrpSpPr/>
          <p:nvPr/>
        </p:nvGrpSpPr>
        <p:grpSpPr>
          <a:xfrm>
            <a:off x="6165587" y="832638"/>
            <a:ext cx="810670" cy="1177525"/>
            <a:chOff x="8024650" y="3521200"/>
            <a:chExt cx="810670" cy="1177525"/>
          </a:xfrm>
        </p:grpSpPr>
        <p:pic>
          <p:nvPicPr>
            <p:cNvPr id="396" name="Google Shape;3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97" name="Google Shape;397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98" name="Google Shape;398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99" name="Google Shape;399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00" name="Google Shape;400;p37"/>
            <p:cNvPicPr preferRelativeResize="0"/>
            <p:nvPr/>
          </p:nvPicPr>
          <p:blipFill rotWithShape="1">
            <a:blip r:embed="rId5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01" name="Google Shape;401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02" name="Google Shape;402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03" name="Google Shape;403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/>
          <p:nvPr/>
        </p:nvSpPr>
        <p:spPr>
          <a:xfrm>
            <a:off x="4099525" y="552425"/>
            <a:ext cx="4942800" cy="442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Escalabilidade horizontal</a:t>
            </a:r>
            <a:endParaRPr/>
          </a:p>
        </p:txBody>
      </p:sp>
      <p:pic>
        <p:nvPicPr>
          <p:cNvPr descr="Image result for switch network" id="410" name="Google Shape;410;p38"/>
          <p:cNvPicPr preferRelativeResize="0"/>
          <p:nvPr/>
        </p:nvPicPr>
        <p:blipFill rotWithShape="1">
          <a:blip r:embed="rId3">
            <a:alphaModFix/>
          </a:blip>
          <a:srcRect b="33977" l="0" r="0" t="36365"/>
          <a:stretch/>
        </p:blipFill>
        <p:spPr>
          <a:xfrm>
            <a:off x="5918175" y="2572087"/>
            <a:ext cx="1305499" cy="38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1" name="Google Shape;411;p38"/>
          <p:cNvCxnSpPr>
            <a:stCxn id="412" idx="3"/>
            <a:endCxn id="410" idx="2"/>
          </p:cNvCxnSpPr>
          <p:nvPr/>
        </p:nvCxnSpPr>
        <p:spPr>
          <a:xfrm flipH="1" rot="10800000">
            <a:off x="5145775" y="2959162"/>
            <a:ext cx="14250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413" name="Google Shape;413;p38"/>
          <p:cNvCxnSpPr>
            <a:stCxn id="410" idx="2"/>
            <a:endCxn id="414" idx="1"/>
          </p:cNvCxnSpPr>
          <p:nvPr/>
        </p:nvCxnSpPr>
        <p:spPr>
          <a:xfrm>
            <a:off x="6570925" y="2959263"/>
            <a:ext cx="14538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415" name="Google Shape;415;p38"/>
          <p:cNvCxnSpPr>
            <a:stCxn id="416" idx="2"/>
            <a:endCxn id="410" idx="0"/>
          </p:cNvCxnSpPr>
          <p:nvPr/>
        </p:nvCxnSpPr>
        <p:spPr>
          <a:xfrm>
            <a:off x="6570925" y="1806787"/>
            <a:ext cx="0" cy="76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pic>
        <p:nvPicPr>
          <p:cNvPr descr="Image result for computer monitor" id="417" name="Google Shape;417;p38"/>
          <p:cNvPicPr preferRelativeResize="0"/>
          <p:nvPr/>
        </p:nvPicPr>
        <p:blipFill rotWithShape="1">
          <a:blip r:embed="rId4">
            <a:alphaModFix/>
          </a:blip>
          <a:srcRect b="5891" l="0" r="0" t="0"/>
          <a:stretch/>
        </p:blipFill>
        <p:spPr>
          <a:xfrm flipH="1">
            <a:off x="1910238" y="2052046"/>
            <a:ext cx="1042788" cy="979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418" name="Google Shape;41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325" y="2086100"/>
            <a:ext cx="900276" cy="910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9" name="Google Shape;419;p38"/>
          <p:cNvCxnSpPr>
            <a:stCxn id="418" idx="3"/>
          </p:cNvCxnSpPr>
          <p:nvPr/>
        </p:nvCxnSpPr>
        <p:spPr>
          <a:xfrm flipH="1" rot="10800000">
            <a:off x="1236601" y="2539751"/>
            <a:ext cx="577800" cy="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/>
          <p:nvPr/>
        </p:nvCxnSpPr>
        <p:spPr>
          <a:xfrm flipH="1" rot="10800000">
            <a:off x="3053525" y="2540676"/>
            <a:ext cx="577800" cy="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8"/>
          <p:cNvSpPr txBox="1"/>
          <p:nvPr/>
        </p:nvSpPr>
        <p:spPr>
          <a:xfrm>
            <a:off x="1613650" y="3212750"/>
            <a:ext cx="1795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Armazenamento e Capacidade de processamento combinadas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38"/>
          <p:cNvGrpSpPr/>
          <p:nvPr/>
        </p:nvGrpSpPr>
        <p:grpSpPr>
          <a:xfrm>
            <a:off x="4335105" y="3521200"/>
            <a:ext cx="810670" cy="1177525"/>
            <a:chOff x="4335105" y="3521200"/>
            <a:chExt cx="810670" cy="1177525"/>
          </a:xfrm>
        </p:grpSpPr>
        <p:pic>
          <p:nvPicPr>
            <p:cNvPr id="412" name="Google Shape;412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23" name="Google Shape;423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24" name="Google Shape;424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25" name="Google Shape;425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26" name="Google Shape;426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27" name="Google Shape;427;p3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28" name="Google Shape;428;p3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29" name="Google Shape;429;p3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0" name="Google Shape;430;p38"/>
          <p:cNvGrpSpPr/>
          <p:nvPr/>
        </p:nvGrpSpPr>
        <p:grpSpPr>
          <a:xfrm>
            <a:off x="8024725" y="3521200"/>
            <a:ext cx="810670" cy="1177525"/>
            <a:chOff x="8024650" y="3521200"/>
            <a:chExt cx="810670" cy="1177525"/>
          </a:xfrm>
        </p:grpSpPr>
        <p:pic>
          <p:nvPicPr>
            <p:cNvPr id="414" name="Google Shape;414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31" name="Google Shape;431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32" name="Google Shape;432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33" name="Google Shape;433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34" name="Google Shape;434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35" name="Google Shape;435;p3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36" name="Google Shape;436;p3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37" name="Google Shape;437;p3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8" name="Google Shape;438;p38"/>
          <p:cNvSpPr txBox="1"/>
          <p:nvPr/>
        </p:nvSpPr>
        <p:spPr>
          <a:xfrm>
            <a:off x="1777175" y="2270230"/>
            <a:ext cx="10032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Audiowide"/>
                <a:ea typeface="Audiowide"/>
                <a:cs typeface="Audiowide"/>
                <a:sym typeface="Audiowide"/>
              </a:rPr>
              <a:t>Limite!</a:t>
            </a:r>
            <a:endParaRPr sz="1200">
              <a:solidFill>
                <a:srgbClr val="FF0000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grpSp>
        <p:nvGrpSpPr>
          <p:cNvPr id="439" name="Google Shape;439;p38"/>
          <p:cNvGrpSpPr/>
          <p:nvPr/>
        </p:nvGrpSpPr>
        <p:grpSpPr>
          <a:xfrm>
            <a:off x="6165587" y="832638"/>
            <a:ext cx="810670" cy="1177525"/>
            <a:chOff x="8024650" y="3521200"/>
            <a:chExt cx="810670" cy="1177525"/>
          </a:xfrm>
        </p:grpSpPr>
        <p:pic>
          <p:nvPicPr>
            <p:cNvPr id="440" name="Google Shape;440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41" name="Google Shape;441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42" name="Google Shape;442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43" name="Google Shape;443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44" name="Google Shape;444;p38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45" name="Google Shape;445;p3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46" name="Google Shape;446;p3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47" name="Google Shape;447;p3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"/>
          <p:cNvSpPr/>
          <p:nvPr/>
        </p:nvSpPr>
        <p:spPr>
          <a:xfrm>
            <a:off x="4099525" y="552425"/>
            <a:ext cx="4942800" cy="442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Escalabilidade horizontal</a:t>
            </a:r>
            <a:endParaRPr/>
          </a:p>
        </p:txBody>
      </p:sp>
      <p:pic>
        <p:nvPicPr>
          <p:cNvPr descr="Image result for switch network" id="454" name="Google Shape;454;p39"/>
          <p:cNvPicPr preferRelativeResize="0"/>
          <p:nvPr/>
        </p:nvPicPr>
        <p:blipFill rotWithShape="1">
          <a:blip r:embed="rId3">
            <a:alphaModFix/>
          </a:blip>
          <a:srcRect b="33977" l="0" r="0" t="36365"/>
          <a:stretch/>
        </p:blipFill>
        <p:spPr>
          <a:xfrm>
            <a:off x="5918175" y="2572087"/>
            <a:ext cx="1305499" cy="38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p39"/>
          <p:cNvCxnSpPr>
            <a:stCxn id="456" idx="3"/>
            <a:endCxn id="454" idx="2"/>
          </p:cNvCxnSpPr>
          <p:nvPr/>
        </p:nvCxnSpPr>
        <p:spPr>
          <a:xfrm flipH="1" rot="10800000">
            <a:off x="5145775" y="2959162"/>
            <a:ext cx="14250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457" name="Google Shape;457;p39"/>
          <p:cNvCxnSpPr>
            <a:stCxn id="454" idx="2"/>
            <a:endCxn id="458" idx="1"/>
          </p:cNvCxnSpPr>
          <p:nvPr/>
        </p:nvCxnSpPr>
        <p:spPr>
          <a:xfrm>
            <a:off x="6570925" y="2959263"/>
            <a:ext cx="14538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459" name="Google Shape;459;p39"/>
          <p:cNvCxnSpPr>
            <a:stCxn id="460" idx="2"/>
            <a:endCxn id="454" idx="0"/>
          </p:cNvCxnSpPr>
          <p:nvPr/>
        </p:nvCxnSpPr>
        <p:spPr>
          <a:xfrm>
            <a:off x="6570925" y="1806787"/>
            <a:ext cx="0" cy="76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pic>
        <p:nvPicPr>
          <p:cNvPr descr="Image result for computer monitor" id="461" name="Google Shape;461;p39"/>
          <p:cNvPicPr preferRelativeResize="0"/>
          <p:nvPr/>
        </p:nvPicPr>
        <p:blipFill rotWithShape="1">
          <a:blip r:embed="rId4">
            <a:alphaModFix/>
          </a:blip>
          <a:srcRect b="5891" l="0" r="0" t="0"/>
          <a:stretch/>
        </p:blipFill>
        <p:spPr>
          <a:xfrm flipH="1">
            <a:off x="1910238" y="2052046"/>
            <a:ext cx="1042788" cy="979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462" name="Google Shape;46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325" y="2086100"/>
            <a:ext cx="900276" cy="910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3" name="Google Shape;463;p39"/>
          <p:cNvCxnSpPr>
            <a:stCxn id="462" idx="3"/>
          </p:cNvCxnSpPr>
          <p:nvPr/>
        </p:nvCxnSpPr>
        <p:spPr>
          <a:xfrm flipH="1" rot="10800000">
            <a:off x="1236601" y="2539751"/>
            <a:ext cx="577800" cy="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39"/>
          <p:cNvCxnSpPr/>
          <p:nvPr/>
        </p:nvCxnSpPr>
        <p:spPr>
          <a:xfrm flipH="1" rot="10800000">
            <a:off x="3053525" y="2540676"/>
            <a:ext cx="577800" cy="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39"/>
          <p:cNvSpPr txBox="1"/>
          <p:nvPr/>
        </p:nvSpPr>
        <p:spPr>
          <a:xfrm>
            <a:off x="1613650" y="3212750"/>
            <a:ext cx="1795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Armazenamento e Capacidade de processamento combinadas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6" name="Google Shape;466;p39"/>
          <p:cNvGrpSpPr/>
          <p:nvPr/>
        </p:nvGrpSpPr>
        <p:grpSpPr>
          <a:xfrm>
            <a:off x="4335105" y="3521200"/>
            <a:ext cx="810670" cy="1177525"/>
            <a:chOff x="4335105" y="3521200"/>
            <a:chExt cx="810670" cy="1177525"/>
          </a:xfrm>
        </p:grpSpPr>
        <p:pic>
          <p:nvPicPr>
            <p:cNvPr id="456" name="Google Shape;456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67" name="Google Shape;467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68" name="Google Shape;468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69" name="Google Shape;469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70" name="Google Shape;470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71" name="Google Shape;471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72" name="Google Shape;472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73" name="Google Shape;473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4" name="Google Shape;474;p39"/>
          <p:cNvGrpSpPr/>
          <p:nvPr/>
        </p:nvGrpSpPr>
        <p:grpSpPr>
          <a:xfrm>
            <a:off x="8024725" y="3521200"/>
            <a:ext cx="810670" cy="1177525"/>
            <a:chOff x="8024650" y="3521200"/>
            <a:chExt cx="810670" cy="1177525"/>
          </a:xfrm>
        </p:grpSpPr>
        <p:pic>
          <p:nvPicPr>
            <p:cNvPr id="458" name="Google Shape;458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75" name="Google Shape;475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76" name="Google Shape;476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77" name="Google Shape;477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78" name="Google Shape;478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79" name="Google Shape;479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80" name="Google Shape;480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81" name="Google Shape;481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2" name="Google Shape;482;p39"/>
          <p:cNvSpPr txBox="1"/>
          <p:nvPr/>
        </p:nvSpPr>
        <p:spPr>
          <a:xfrm>
            <a:off x="1777175" y="2270230"/>
            <a:ext cx="10032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Audiowide"/>
                <a:ea typeface="Audiowide"/>
                <a:cs typeface="Audiowide"/>
                <a:sym typeface="Audiowide"/>
              </a:rPr>
              <a:t>Limite!</a:t>
            </a:r>
            <a:endParaRPr sz="1200">
              <a:solidFill>
                <a:srgbClr val="FF0000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grpSp>
        <p:nvGrpSpPr>
          <p:cNvPr id="483" name="Google Shape;483;p39"/>
          <p:cNvGrpSpPr/>
          <p:nvPr/>
        </p:nvGrpSpPr>
        <p:grpSpPr>
          <a:xfrm>
            <a:off x="4335105" y="2149600"/>
            <a:ext cx="810670" cy="1177525"/>
            <a:chOff x="4335105" y="3521200"/>
            <a:chExt cx="810670" cy="1177525"/>
          </a:xfrm>
        </p:grpSpPr>
        <p:pic>
          <p:nvPicPr>
            <p:cNvPr id="484" name="Google Shape;484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85" name="Google Shape;485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86" name="Google Shape;486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87" name="Google Shape;487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88" name="Google Shape;488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89" name="Google Shape;489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90" name="Google Shape;490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91" name="Google Shape;491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2" name="Google Shape;492;p39"/>
          <p:cNvGrpSpPr/>
          <p:nvPr/>
        </p:nvGrpSpPr>
        <p:grpSpPr>
          <a:xfrm>
            <a:off x="7996075" y="2176913"/>
            <a:ext cx="810670" cy="1177525"/>
            <a:chOff x="8024650" y="3521200"/>
            <a:chExt cx="810670" cy="1177525"/>
          </a:xfrm>
        </p:grpSpPr>
        <p:pic>
          <p:nvPicPr>
            <p:cNvPr id="493" name="Google Shape;493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94" name="Google Shape;494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95" name="Google Shape;495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96" name="Google Shape;496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497" name="Google Shape;497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98" name="Google Shape;498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499" name="Google Shape;499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00" name="Google Shape;500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1" name="Google Shape;501;p39"/>
          <p:cNvGrpSpPr/>
          <p:nvPr/>
        </p:nvGrpSpPr>
        <p:grpSpPr>
          <a:xfrm>
            <a:off x="7996075" y="832638"/>
            <a:ext cx="810670" cy="1177525"/>
            <a:chOff x="8024650" y="3521200"/>
            <a:chExt cx="810670" cy="1177525"/>
          </a:xfrm>
        </p:grpSpPr>
        <p:pic>
          <p:nvPicPr>
            <p:cNvPr id="502" name="Google Shape;502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03" name="Google Shape;503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04" name="Google Shape;504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05" name="Google Shape;505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06" name="Google Shape;506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07" name="Google Shape;507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08" name="Google Shape;508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09" name="Google Shape;509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0" name="Google Shape;510;p39"/>
          <p:cNvGrpSpPr/>
          <p:nvPr/>
        </p:nvGrpSpPr>
        <p:grpSpPr>
          <a:xfrm>
            <a:off x="4335105" y="778000"/>
            <a:ext cx="810670" cy="1177525"/>
            <a:chOff x="4335105" y="3521200"/>
            <a:chExt cx="810670" cy="1177525"/>
          </a:xfrm>
        </p:grpSpPr>
        <p:pic>
          <p:nvPicPr>
            <p:cNvPr id="511" name="Google Shape;511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12" name="Google Shape;512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13" name="Google Shape;513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14" name="Google Shape;514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15" name="Google Shape;515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16" name="Google Shape;516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17" name="Google Shape;517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18" name="Google Shape;518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9" name="Google Shape;519;p39"/>
          <p:cNvGrpSpPr/>
          <p:nvPr/>
        </p:nvGrpSpPr>
        <p:grpSpPr>
          <a:xfrm>
            <a:off x="6165587" y="832638"/>
            <a:ext cx="810670" cy="1177525"/>
            <a:chOff x="8024650" y="3521200"/>
            <a:chExt cx="810670" cy="1177525"/>
          </a:xfrm>
        </p:grpSpPr>
        <p:pic>
          <p:nvPicPr>
            <p:cNvPr id="520" name="Google Shape;520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21" name="Google Shape;521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22" name="Google Shape;522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23" name="Google Shape;523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24" name="Google Shape;524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25" name="Google Shape;525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26" name="Google Shape;526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27" name="Google Shape;527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8" name="Google Shape;528;p39"/>
          <p:cNvGrpSpPr/>
          <p:nvPr/>
        </p:nvGrpSpPr>
        <p:grpSpPr>
          <a:xfrm>
            <a:off x="6179925" y="3521188"/>
            <a:ext cx="810670" cy="1177525"/>
            <a:chOff x="8024650" y="3521200"/>
            <a:chExt cx="810670" cy="1177525"/>
          </a:xfrm>
        </p:grpSpPr>
        <p:pic>
          <p:nvPicPr>
            <p:cNvPr id="529" name="Google Shape;529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30" name="Google Shape;530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31" name="Google Shape;531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32" name="Google Shape;532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533" name="Google Shape;533;p39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34" name="Google Shape;534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35" name="Google Shape;535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536" name="Google Shape;536;p3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37" name="Google Shape;537;p39"/>
          <p:cNvCxnSpPr>
            <a:stCxn id="484" idx="3"/>
            <a:endCxn id="454" idx="1"/>
          </p:cNvCxnSpPr>
          <p:nvPr/>
        </p:nvCxnSpPr>
        <p:spPr>
          <a:xfrm>
            <a:off x="5145775" y="2738362"/>
            <a:ext cx="772500" cy="2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538" name="Google Shape;538;p39"/>
          <p:cNvCxnSpPr>
            <a:stCxn id="511" idx="3"/>
            <a:endCxn id="454" idx="0"/>
          </p:cNvCxnSpPr>
          <p:nvPr/>
        </p:nvCxnSpPr>
        <p:spPr>
          <a:xfrm>
            <a:off x="5145775" y="1366762"/>
            <a:ext cx="1425000" cy="120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539" name="Google Shape;539;p39"/>
          <p:cNvCxnSpPr>
            <a:stCxn id="454" idx="0"/>
            <a:endCxn id="502" idx="1"/>
          </p:cNvCxnSpPr>
          <p:nvPr/>
        </p:nvCxnSpPr>
        <p:spPr>
          <a:xfrm flipH="1" rot="10800000">
            <a:off x="6570925" y="1421287"/>
            <a:ext cx="14253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540" name="Google Shape;540;p39"/>
          <p:cNvCxnSpPr>
            <a:stCxn id="529" idx="0"/>
            <a:endCxn id="454" idx="2"/>
          </p:cNvCxnSpPr>
          <p:nvPr/>
        </p:nvCxnSpPr>
        <p:spPr>
          <a:xfrm rot="10800000">
            <a:off x="6570860" y="2959288"/>
            <a:ext cx="14400" cy="56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541" name="Google Shape;541;p39"/>
          <p:cNvCxnSpPr>
            <a:stCxn id="493" idx="1"/>
            <a:endCxn id="454" idx="3"/>
          </p:cNvCxnSpPr>
          <p:nvPr/>
        </p:nvCxnSpPr>
        <p:spPr>
          <a:xfrm rot="10800000">
            <a:off x="7223575" y="2765675"/>
            <a:ext cx="772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Escalabilidade horizontal</a:t>
            </a:r>
            <a:endParaRPr/>
          </a:p>
        </p:txBody>
      </p:sp>
      <p:pic>
        <p:nvPicPr>
          <p:cNvPr descr="Image result for computer monitor" id="547" name="Google Shape;547;p40"/>
          <p:cNvPicPr preferRelativeResize="0"/>
          <p:nvPr/>
        </p:nvPicPr>
        <p:blipFill rotWithShape="1">
          <a:blip r:embed="rId3">
            <a:alphaModFix/>
          </a:blip>
          <a:srcRect b="5891" l="0" r="0" t="0"/>
          <a:stretch/>
        </p:blipFill>
        <p:spPr>
          <a:xfrm flipH="1">
            <a:off x="1910238" y="2052046"/>
            <a:ext cx="1042788" cy="979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548" name="Google Shape;54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325" y="2086100"/>
            <a:ext cx="900276" cy="910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9" name="Google Shape;549;p40"/>
          <p:cNvCxnSpPr>
            <a:stCxn id="548" idx="3"/>
          </p:cNvCxnSpPr>
          <p:nvPr/>
        </p:nvCxnSpPr>
        <p:spPr>
          <a:xfrm flipH="1" rot="10800000">
            <a:off x="1236601" y="2539751"/>
            <a:ext cx="577800" cy="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40"/>
          <p:cNvCxnSpPr/>
          <p:nvPr/>
        </p:nvCxnSpPr>
        <p:spPr>
          <a:xfrm flipH="1" rot="10800000">
            <a:off x="3053525" y="2540676"/>
            <a:ext cx="577800" cy="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40"/>
          <p:cNvSpPr txBox="1"/>
          <p:nvPr/>
        </p:nvSpPr>
        <p:spPr>
          <a:xfrm>
            <a:off x="1613650" y="3212750"/>
            <a:ext cx="1795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Armazenamento e Capacidade de processamento combinadas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2" name="Google Shape;552;p40"/>
          <p:cNvGrpSpPr/>
          <p:nvPr/>
        </p:nvGrpSpPr>
        <p:grpSpPr>
          <a:xfrm>
            <a:off x="4099525" y="552425"/>
            <a:ext cx="4942800" cy="4426500"/>
            <a:chOff x="4099525" y="552425"/>
            <a:chExt cx="4942800" cy="4426500"/>
          </a:xfrm>
        </p:grpSpPr>
        <p:sp>
          <p:nvSpPr>
            <p:cNvPr id="553" name="Google Shape;553;p40"/>
            <p:cNvSpPr/>
            <p:nvPr/>
          </p:nvSpPr>
          <p:spPr>
            <a:xfrm>
              <a:off x="4099525" y="552425"/>
              <a:ext cx="4942800" cy="4426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Image result for switch network" id="554" name="Google Shape;554;p40"/>
            <p:cNvPicPr preferRelativeResize="0"/>
            <p:nvPr/>
          </p:nvPicPr>
          <p:blipFill rotWithShape="1">
            <a:blip r:embed="rId5">
              <a:alphaModFix/>
            </a:blip>
            <a:srcRect b="33977" l="0" r="0" t="36365"/>
            <a:stretch/>
          </p:blipFill>
          <p:spPr>
            <a:xfrm>
              <a:off x="5918175" y="2572087"/>
              <a:ext cx="1305499" cy="3871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55" name="Google Shape;555;p40"/>
            <p:cNvCxnSpPr>
              <a:stCxn id="556" idx="3"/>
              <a:endCxn id="554" idx="2"/>
            </p:cNvCxnSpPr>
            <p:nvPr/>
          </p:nvCxnSpPr>
          <p:spPr>
            <a:xfrm flipH="1" rot="10800000">
              <a:off x="5145775" y="2959162"/>
              <a:ext cx="1425000" cy="115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557" name="Google Shape;557;p40"/>
            <p:cNvCxnSpPr>
              <a:stCxn id="554" idx="2"/>
              <a:endCxn id="558" idx="1"/>
            </p:cNvCxnSpPr>
            <p:nvPr/>
          </p:nvCxnSpPr>
          <p:spPr>
            <a:xfrm>
              <a:off x="6570925" y="2959263"/>
              <a:ext cx="1453800" cy="115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559" name="Google Shape;559;p40"/>
            <p:cNvCxnSpPr>
              <a:stCxn id="560" idx="2"/>
              <a:endCxn id="554" idx="0"/>
            </p:cNvCxnSpPr>
            <p:nvPr/>
          </p:nvCxnSpPr>
          <p:spPr>
            <a:xfrm>
              <a:off x="6570925" y="1806787"/>
              <a:ext cx="0" cy="76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grpSp>
          <p:nvGrpSpPr>
            <p:cNvPr id="561" name="Google Shape;561;p40"/>
            <p:cNvGrpSpPr/>
            <p:nvPr/>
          </p:nvGrpSpPr>
          <p:grpSpPr>
            <a:xfrm>
              <a:off x="4335105" y="3521200"/>
              <a:ext cx="810670" cy="1177525"/>
              <a:chOff x="4335105" y="3521200"/>
              <a:chExt cx="810670" cy="1177525"/>
            </a:xfrm>
          </p:grpSpPr>
          <p:pic>
            <p:nvPicPr>
              <p:cNvPr id="556" name="Google Shape;556;p4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5105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62" name="Google Shape;562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63" name="Google Shape;563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64" name="Google Shape;564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65" name="Google Shape;565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66" name="Google Shape;566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67" name="Google Shape;567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68" name="Google Shape;568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69" name="Google Shape;569;p40"/>
            <p:cNvGrpSpPr/>
            <p:nvPr/>
          </p:nvGrpSpPr>
          <p:grpSpPr>
            <a:xfrm>
              <a:off x="8024725" y="3521200"/>
              <a:ext cx="810670" cy="1177525"/>
              <a:chOff x="8024650" y="3521200"/>
              <a:chExt cx="810670" cy="1177525"/>
            </a:xfrm>
          </p:grpSpPr>
          <p:pic>
            <p:nvPicPr>
              <p:cNvPr id="558" name="Google Shape;558;p4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70" name="Google Shape;570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71" name="Google Shape;571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72" name="Google Shape;572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73" name="Google Shape;573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74" name="Google Shape;574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75" name="Google Shape;575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76" name="Google Shape;576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77" name="Google Shape;577;p40"/>
            <p:cNvGrpSpPr/>
            <p:nvPr/>
          </p:nvGrpSpPr>
          <p:grpSpPr>
            <a:xfrm>
              <a:off x="4335105" y="2149600"/>
              <a:ext cx="810670" cy="1177525"/>
              <a:chOff x="4335105" y="3521200"/>
              <a:chExt cx="810670" cy="1177525"/>
            </a:xfrm>
          </p:grpSpPr>
          <p:pic>
            <p:nvPicPr>
              <p:cNvPr id="578" name="Google Shape;578;p4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5105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79" name="Google Shape;579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80" name="Google Shape;580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81" name="Google Shape;581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82" name="Google Shape;582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83" name="Google Shape;583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84" name="Google Shape;584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85" name="Google Shape;585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86" name="Google Shape;586;p40"/>
            <p:cNvGrpSpPr/>
            <p:nvPr/>
          </p:nvGrpSpPr>
          <p:grpSpPr>
            <a:xfrm>
              <a:off x="7996075" y="2176913"/>
              <a:ext cx="810670" cy="1177525"/>
              <a:chOff x="8024650" y="3521200"/>
              <a:chExt cx="810670" cy="1177525"/>
            </a:xfrm>
          </p:grpSpPr>
          <p:pic>
            <p:nvPicPr>
              <p:cNvPr id="587" name="Google Shape;587;p4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88" name="Google Shape;588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89" name="Google Shape;589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90" name="Google Shape;590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91" name="Google Shape;591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92" name="Google Shape;592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93" name="Google Shape;593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594" name="Google Shape;594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95" name="Google Shape;595;p40"/>
            <p:cNvGrpSpPr/>
            <p:nvPr/>
          </p:nvGrpSpPr>
          <p:grpSpPr>
            <a:xfrm>
              <a:off x="7996075" y="832638"/>
              <a:ext cx="810670" cy="1177525"/>
              <a:chOff x="8024650" y="3521200"/>
              <a:chExt cx="810670" cy="1177525"/>
            </a:xfrm>
          </p:grpSpPr>
          <p:pic>
            <p:nvPicPr>
              <p:cNvPr id="596" name="Google Shape;596;p4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97" name="Google Shape;597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98" name="Google Shape;598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599" name="Google Shape;599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00" name="Google Shape;600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01" name="Google Shape;601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02" name="Google Shape;602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03" name="Google Shape;603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04" name="Google Shape;604;p40"/>
            <p:cNvGrpSpPr/>
            <p:nvPr/>
          </p:nvGrpSpPr>
          <p:grpSpPr>
            <a:xfrm>
              <a:off x="4335105" y="778000"/>
              <a:ext cx="810670" cy="1177525"/>
              <a:chOff x="4335105" y="3521200"/>
              <a:chExt cx="810670" cy="1177525"/>
            </a:xfrm>
          </p:grpSpPr>
          <p:pic>
            <p:nvPicPr>
              <p:cNvPr id="605" name="Google Shape;605;p4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5105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06" name="Google Shape;606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07" name="Google Shape;607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08" name="Google Shape;608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09" name="Google Shape;609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10" name="Google Shape;610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11" name="Google Shape;611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12" name="Google Shape;612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13" name="Google Shape;613;p40"/>
            <p:cNvGrpSpPr/>
            <p:nvPr/>
          </p:nvGrpSpPr>
          <p:grpSpPr>
            <a:xfrm>
              <a:off x="6165587" y="832638"/>
              <a:ext cx="810670" cy="1177525"/>
              <a:chOff x="8024650" y="3521200"/>
              <a:chExt cx="810670" cy="1177525"/>
            </a:xfrm>
          </p:grpSpPr>
          <p:pic>
            <p:nvPicPr>
              <p:cNvPr id="614" name="Google Shape;614;p4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15" name="Google Shape;615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16" name="Google Shape;616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17" name="Google Shape;617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18" name="Google Shape;618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19" name="Google Shape;619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20" name="Google Shape;620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21" name="Google Shape;621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22" name="Google Shape;622;p40"/>
            <p:cNvGrpSpPr/>
            <p:nvPr/>
          </p:nvGrpSpPr>
          <p:grpSpPr>
            <a:xfrm>
              <a:off x="6179925" y="3521188"/>
              <a:ext cx="810670" cy="1177525"/>
              <a:chOff x="8024650" y="3521200"/>
              <a:chExt cx="810670" cy="1177525"/>
            </a:xfrm>
          </p:grpSpPr>
          <p:pic>
            <p:nvPicPr>
              <p:cNvPr id="623" name="Google Shape;623;p4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24" name="Google Shape;624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25" name="Google Shape;625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26" name="Google Shape;626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627" name="Google Shape;627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28" name="Google Shape;628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29" name="Google Shape;629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630" name="Google Shape;630;p40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31" name="Google Shape;631;p40"/>
            <p:cNvCxnSpPr>
              <a:stCxn id="578" idx="3"/>
              <a:endCxn id="554" idx="1"/>
            </p:cNvCxnSpPr>
            <p:nvPr/>
          </p:nvCxnSpPr>
          <p:spPr>
            <a:xfrm>
              <a:off x="5145775" y="2738362"/>
              <a:ext cx="772500" cy="27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632" name="Google Shape;632;p40"/>
            <p:cNvCxnSpPr>
              <a:stCxn id="605" idx="3"/>
              <a:endCxn id="554" idx="0"/>
            </p:cNvCxnSpPr>
            <p:nvPr/>
          </p:nvCxnSpPr>
          <p:spPr>
            <a:xfrm>
              <a:off x="5145775" y="1366762"/>
              <a:ext cx="1425000" cy="1205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633" name="Google Shape;633;p40"/>
            <p:cNvCxnSpPr>
              <a:stCxn id="554" idx="0"/>
              <a:endCxn id="596" idx="1"/>
            </p:cNvCxnSpPr>
            <p:nvPr/>
          </p:nvCxnSpPr>
          <p:spPr>
            <a:xfrm flipH="1" rot="10800000">
              <a:off x="6570925" y="1421287"/>
              <a:ext cx="1425300" cy="115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634" name="Google Shape;634;p40"/>
            <p:cNvCxnSpPr>
              <a:stCxn id="623" idx="0"/>
              <a:endCxn id="554" idx="2"/>
            </p:cNvCxnSpPr>
            <p:nvPr/>
          </p:nvCxnSpPr>
          <p:spPr>
            <a:xfrm rot="10800000">
              <a:off x="6570860" y="2959288"/>
              <a:ext cx="14400" cy="5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635" name="Google Shape;635;p40"/>
            <p:cNvCxnSpPr>
              <a:stCxn id="587" idx="1"/>
              <a:endCxn id="554" idx="3"/>
            </p:cNvCxnSpPr>
            <p:nvPr/>
          </p:nvCxnSpPr>
          <p:spPr>
            <a:xfrm rot="10800000">
              <a:off x="7223575" y="2765675"/>
              <a:ext cx="772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</p:grpSp>
      <p:pic>
        <p:nvPicPr>
          <p:cNvPr descr="Related image" id="636" name="Google Shape;636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49635" y="2216422"/>
            <a:ext cx="455917" cy="461298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0"/>
          <p:cNvSpPr txBox="1"/>
          <p:nvPr/>
        </p:nvSpPr>
        <p:spPr>
          <a:xfrm>
            <a:off x="4855225" y="4630150"/>
            <a:ext cx="3591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Sistema de arquivos distribuídos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762" y="0"/>
            <a:ext cx="571536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witch network" id="643" name="Google Shape;643;p41"/>
          <p:cNvPicPr preferRelativeResize="0"/>
          <p:nvPr/>
        </p:nvPicPr>
        <p:blipFill rotWithShape="1">
          <a:blip r:embed="rId4">
            <a:alphaModFix/>
          </a:blip>
          <a:srcRect b="33977" l="0" r="0" t="36365"/>
          <a:stretch/>
        </p:blipFill>
        <p:spPr>
          <a:xfrm>
            <a:off x="5918175" y="2572087"/>
            <a:ext cx="1305499" cy="38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p41"/>
          <p:cNvCxnSpPr>
            <a:stCxn id="645" idx="3"/>
            <a:endCxn id="643" idx="2"/>
          </p:cNvCxnSpPr>
          <p:nvPr/>
        </p:nvCxnSpPr>
        <p:spPr>
          <a:xfrm flipH="1" rot="10800000">
            <a:off x="5145775" y="2959162"/>
            <a:ext cx="14250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646" name="Google Shape;646;p41"/>
          <p:cNvCxnSpPr>
            <a:stCxn id="643" idx="2"/>
            <a:endCxn id="647" idx="1"/>
          </p:cNvCxnSpPr>
          <p:nvPr/>
        </p:nvCxnSpPr>
        <p:spPr>
          <a:xfrm>
            <a:off x="6570925" y="2959263"/>
            <a:ext cx="14538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648" name="Google Shape;648;p41"/>
          <p:cNvCxnSpPr>
            <a:stCxn id="649" idx="2"/>
            <a:endCxn id="643" idx="0"/>
          </p:cNvCxnSpPr>
          <p:nvPr/>
        </p:nvCxnSpPr>
        <p:spPr>
          <a:xfrm>
            <a:off x="6570925" y="1806787"/>
            <a:ext cx="0" cy="76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pic>
        <p:nvPicPr>
          <p:cNvPr descr="Image result for computer monitor" id="650" name="Google Shape;650;p41"/>
          <p:cNvPicPr preferRelativeResize="0"/>
          <p:nvPr/>
        </p:nvPicPr>
        <p:blipFill rotWithShape="1">
          <a:blip r:embed="rId5">
            <a:alphaModFix/>
          </a:blip>
          <a:srcRect b="5891" l="0" r="0" t="0"/>
          <a:stretch/>
        </p:blipFill>
        <p:spPr>
          <a:xfrm flipH="1">
            <a:off x="1910238" y="2052046"/>
            <a:ext cx="1042788" cy="979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651" name="Google Shape;65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325" y="2086100"/>
            <a:ext cx="900276" cy="910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2" name="Google Shape;652;p41"/>
          <p:cNvCxnSpPr>
            <a:stCxn id="651" idx="3"/>
          </p:cNvCxnSpPr>
          <p:nvPr/>
        </p:nvCxnSpPr>
        <p:spPr>
          <a:xfrm flipH="1" rot="10800000">
            <a:off x="1236601" y="2539751"/>
            <a:ext cx="577800" cy="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1"/>
          <p:cNvCxnSpPr/>
          <p:nvPr/>
        </p:nvCxnSpPr>
        <p:spPr>
          <a:xfrm flipH="1" rot="10800000">
            <a:off x="3053525" y="2540676"/>
            <a:ext cx="577800" cy="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41"/>
          <p:cNvSpPr txBox="1"/>
          <p:nvPr/>
        </p:nvSpPr>
        <p:spPr>
          <a:xfrm>
            <a:off x="1613650" y="3212750"/>
            <a:ext cx="1795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Armazenamento e Capacidade de processamento combinadas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5" name="Google Shape;655;p41"/>
          <p:cNvGrpSpPr/>
          <p:nvPr/>
        </p:nvGrpSpPr>
        <p:grpSpPr>
          <a:xfrm>
            <a:off x="4335105" y="3521200"/>
            <a:ext cx="810670" cy="1177525"/>
            <a:chOff x="4335105" y="3521200"/>
            <a:chExt cx="810670" cy="1177525"/>
          </a:xfrm>
        </p:grpSpPr>
        <p:pic>
          <p:nvPicPr>
            <p:cNvPr id="645" name="Google Shape;64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56" name="Google Shape;656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57" name="Google Shape;657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58" name="Google Shape;658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59" name="Google Shape;659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60" name="Google Shape;660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61" name="Google Shape;661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62" name="Google Shape;662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3" name="Google Shape;663;p41"/>
          <p:cNvGrpSpPr/>
          <p:nvPr/>
        </p:nvGrpSpPr>
        <p:grpSpPr>
          <a:xfrm>
            <a:off x="8024725" y="3521200"/>
            <a:ext cx="810670" cy="1177525"/>
            <a:chOff x="8024650" y="3521200"/>
            <a:chExt cx="810670" cy="1177525"/>
          </a:xfrm>
        </p:grpSpPr>
        <p:pic>
          <p:nvPicPr>
            <p:cNvPr id="647" name="Google Shape;64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64" name="Google Shape;664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65" name="Google Shape;665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66" name="Google Shape;666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67" name="Google Shape;667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68" name="Google Shape;668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69" name="Google Shape;669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70" name="Google Shape;670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1" name="Google Shape;671;p41"/>
          <p:cNvGrpSpPr/>
          <p:nvPr/>
        </p:nvGrpSpPr>
        <p:grpSpPr>
          <a:xfrm>
            <a:off x="4335105" y="2149600"/>
            <a:ext cx="810670" cy="1177525"/>
            <a:chOff x="4335105" y="3521200"/>
            <a:chExt cx="810670" cy="1177525"/>
          </a:xfrm>
        </p:grpSpPr>
        <p:pic>
          <p:nvPicPr>
            <p:cNvPr id="672" name="Google Shape;672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73" name="Google Shape;673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74" name="Google Shape;674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75" name="Google Shape;675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76" name="Google Shape;676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77" name="Google Shape;677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78" name="Google Shape;678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79" name="Google Shape;679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0" name="Google Shape;680;p41"/>
          <p:cNvGrpSpPr/>
          <p:nvPr/>
        </p:nvGrpSpPr>
        <p:grpSpPr>
          <a:xfrm>
            <a:off x="7996075" y="2176913"/>
            <a:ext cx="810670" cy="1177525"/>
            <a:chOff x="8024650" y="3521200"/>
            <a:chExt cx="810670" cy="1177525"/>
          </a:xfrm>
        </p:grpSpPr>
        <p:pic>
          <p:nvPicPr>
            <p:cNvPr id="681" name="Google Shape;6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82" name="Google Shape;682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83" name="Google Shape;683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84" name="Google Shape;684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85" name="Google Shape;685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86" name="Google Shape;686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87" name="Google Shape;687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88" name="Google Shape;688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9" name="Google Shape;689;p41"/>
          <p:cNvGrpSpPr/>
          <p:nvPr/>
        </p:nvGrpSpPr>
        <p:grpSpPr>
          <a:xfrm>
            <a:off x="7996075" y="832638"/>
            <a:ext cx="810670" cy="1177525"/>
            <a:chOff x="8024650" y="3521200"/>
            <a:chExt cx="810670" cy="1177525"/>
          </a:xfrm>
        </p:grpSpPr>
        <p:pic>
          <p:nvPicPr>
            <p:cNvPr id="690" name="Google Shape;69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91" name="Google Shape;691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92" name="Google Shape;692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93" name="Google Shape;693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694" name="Google Shape;694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95" name="Google Shape;695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96" name="Google Shape;696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697" name="Google Shape;697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8" name="Google Shape;698;p41"/>
          <p:cNvGrpSpPr/>
          <p:nvPr/>
        </p:nvGrpSpPr>
        <p:grpSpPr>
          <a:xfrm>
            <a:off x="4335105" y="778000"/>
            <a:ext cx="810670" cy="1177525"/>
            <a:chOff x="4335105" y="3521200"/>
            <a:chExt cx="810670" cy="1177525"/>
          </a:xfrm>
        </p:grpSpPr>
        <p:pic>
          <p:nvPicPr>
            <p:cNvPr id="699" name="Google Shape;699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00" name="Google Shape;700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01" name="Google Shape;701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02" name="Google Shape;702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03" name="Google Shape;703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704" name="Google Shape;704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705" name="Google Shape;705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706" name="Google Shape;706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7" name="Google Shape;707;p41"/>
          <p:cNvGrpSpPr/>
          <p:nvPr/>
        </p:nvGrpSpPr>
        <p:grpSpPr>
          <a:xfrm>
            <a:off x="6165587" y="832638"/>
            <a:ext cx="810670" cy="1177525"/>
            <a:chOff x="8024650" y="3521200"/>
            <a:chExt cx="810670" cy="1177525"/>
          </a:xfrm>
        </p:grpSpPr>
        <p:pic>
          <p:nvPicPr>
            <p:cNvPr id="708" name="Google Shape;70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09" name="Google Shape;709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10" name="Google Shape;710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11" name="Google Shape;711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12" name="Google Shape;712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713" name="Google Shape;713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714" name="Google Shape;714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715" name="Google Shape;715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6" name="Google Shape;716;p41"/>
          <p:cNvGrpSpPr/>
          <p:nvPr/>
        </p:nvGrpSpPr>
        <p:grpSpPr>
          <a:xfrm>
            <a:off x="6179925" y="3521188"/>
            <a:ext cx="810670" cy="1177525"/>
            <a:chOff x="8024650" y="3521200"/>
            <a:chExt cx="810670" cy="1177525"/>
          </a:xfrm>
        </p:grpSpPr>
        <p:pic>
          <p:nvPicPr>
            <p:cNvPr id="717" name="Google Shape;71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24650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18" name="Google Shape;718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19" name="Google Shape;719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20" name="Google Shape;720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721" name="Google Shape;721;p41"/>
            <p:cNvPicPr preferRelativeResize="0"/>
            <p:nvPr/>
          </p:nvPicPr>
          <p:blipFill rotWithShape="1">
            <a:blip r:embed="rId7">
              <a:alphaModFix/>
            </a:blip>
            <a:srcRect b="0" l="14056" r="12077" t="0"/>
            <a:stretch/>
          </p:blipFill>
          <p:spPr>
            <a:xfrm rot="5400000">
              <a:off x="8181040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722" name="Google Shape;722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723" name="Google Shape;723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724" name="Google Shape;724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480703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25" name="Google Shape;725;p41"/>
          <p:cNvCxnSpPr>
            <a:stCxn id="672" idx="3"/>
            <a:endCxn id="643" idx="1"/>
          </p:cNvCxnSpPr>
          <p:nvPr/>
        </p:nvCxnSpPr>
        <p:spPr>
          <a:xfrm>
            <a:off x="5145775" y="2738362"/>
            <a:ext cx="772500" cy="2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726" name="Google Shape;726;p41"/>
          <p:cNvCxnSpPr>
            <a:stCxn id="699" idx="3"/>
            <a:endCxn id="643" idx="0"/>
          </p:cNvCxnSpPr>
          <p:nvPr/>
        </p:nvCxnSpPr>
        <p:spPr>
          <a:xfrm>
            <a:off x="5145775" y="1366762"/>
            <a:ext cx="1425000" cy="120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727" name="Google Shape;727;p41"/>
          <p:cNvCxnSpPr>
            <a:stCxn id="643" idx="0"/>
            <a:endCxn id="690" idx="1"/>
          </p:cNvCxnSpPr>
          <p:nvPr/>
        </p:nvCxnSpPr>
        <p:spPr>
          <a:xfrm flipH="1" rot="10800000">
            <a:off x="6570925" y="1421287"/>
            <a:ext cx="1425300" cy="115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728" name="Google Shape;728;p41"/>
          <p:cNvCxnSpPr>
            <a:stCxn id="717" idx="0"/>
            <a:endCxn id="643" idx="2"/>
          </p:cNvCxnSpPr>
          <p:nvPr/>
        </p:nvCxnSpPr>
        <p:spPr>
          <a:xfrm rot="10800000">
            <a:off x="6570860" y="2959288"/>
            <a:ext cx="14400" cy="56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729" name="Google Shape;729;p41"/>
          <p:cNvCxnSpPr>
            <a:stCxn id="681" idx="1"/>
            <a:endCxn id="643" idx="3"/>
          </p:cNvCxnSpPr>
          <p:nvPr/>
        </p:nvCxnSpPr>
        <p:spPr>
          <a:xfrm rot="10800000">
            <a:off x="7223575" y="2765675"/>
            <a:ext cx="772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pic>
        <p:nvPicPr>
          <p:cNvPr descr="Related image" id="730" name="Google Shape;730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49635" y="2216422"/>
            <a:ext cx="455917" cy="461298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41"/>
          <p:cNvSpPr txBox="1"/>
          <p:nvPr/>
        </p:nvSpPr>
        <p:spPr>
          <a:xfrm>
            <a:off x="3736525" y="4640550"/>
            <a:ext cx="3591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Como um sistema único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 </a:t>
            </a:r>
            <a:endParaRPr/>
          </a:p>
        </p:txBody>
      </p:sp>
      <p:sp>
        <p:nvSpPr>
          <p:cNvPr id="737" name="Google Shape;737;p42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8" name="Google Shape;738;p42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9" name="Google Shape;739;p42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42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42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2" name="Google Shape;742;p42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3" name="Google Shape;743;p42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4" name="Google Shape;744;p42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2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 </a:t>
            </a:r>
            <a:endParaRPr/>
          </a:p>
        </p:txBody>
      </p:sp>
      <p:sp>
        <p:nvSpPr>
          <p:cNvPr id="751" name="Google Shape;751;p43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2" name="Google Shape;752;p43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3" name="Google Shape;753;p43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3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5" name="Google Shape;755;p43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8" name="Google Shape;758;p43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43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43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766" name="Google Shape;766;p44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767" name="Google Shape;767;p44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8" name="Google Shape;768;p44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769" name="Google Shape;769;p44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770" name="Google Shape;770;p44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771" name="Google Shape;771;p44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72" name="Google Shape;772;p44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73" name="Google Shape;773;p44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774" name="Google Shape;7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8450" y="942146"/>
            <a:ext cx="2159044" cy="324182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6" name="Google Shape;77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0681" y="942143"/>
            <a:ext cx="2159044" cy="324182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7" name="Google Shape;777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6200" y="942146"/>
            <a:ext cx="2159044" cy="324182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8" name="Google Shape;778;p44"/>
          <p:cNvSpPr txBox="1"/>
          <p:nvPr/>
        </p:nvSpPr>
        <p:spPr>
          <a:xfrm>
            <a:off x="8611925" y="2221425"/>
            <a:ext cx="508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alibri"/>
                <a:ea typeface="Calibri"/>
                <a:cs typeface="Calibri"/>
                <a:sym typeface="Calibri"/>
              </a:rPr>
              <a:t>...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784" name="Google Shape;784;p45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785" name="Google Shape;785;p45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6" name="Google Shape;786;p45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787" name="Google Shape;787;p45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788" name="Google Shape;788;p45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789" name="Google Shape;789;p45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90" name="Google Shape;790;p45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91" name="Google Shape;791;p45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0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792" name="Google Shape;79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3" name="Google Shape;793;p45"/>
          <p:cNvGrpSpPr/>
          <p:nvPr/>
        </p:nvGrpSpPr>
        <p:grpSpPr>
          <a:xfrm>
            <a:off x="523841" y="2709730"/>
            <a:ext cx="1529956" cy="1735653"/>
            <a:chOff x="2525595" y="2702596"/>
            <a:chExt cx="1589070" cy="1735653"/>
          </a:xfrm>
        </p:grpSpPr>
        <p:sp>
          <p:nvSpPr>
            <p:cNvPr id="794" name="Google Shape;794;p45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95" name="Google Shape;795;p45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796" name="Google Shape;796;p45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97" name="Google Shape;797;p45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8" name="Google Shape;798;p45"/>
            <p:cNvSpPr txBox="1"/>
            <p:nvPr/>
          </p:nvSpPr>
          <p:spPr>
            <a:xfrm>
              <a:off x="2773365" y="3494449"/>
              <a:ext cx="13413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 - MapReduce: Como processar no GFS</a:t>
            </a:r>
            <a:endParaRPr/>
          </a:p>
        </p:txBody>
      </p:sp>
      <p:grpSp>
        <p:nvGrpSpPr>
          <p:cNvPr id="804" name="Google Shape;804;p46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805" name="Google Shape;805;p46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6" name="Google Shape;806;p46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807" name="Google Shape;807;p46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808" name="Google Shape;808;p46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809" name="Google Shape;809;p46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10" name="Google Shape;810;p46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11" name="Google Shape;811;p46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812" name="Google Shape;81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3" name="Google Shape;813;p46"/>
          <p:cNvGrpSpPr/>
          <p:nvPr/>
        </p:nvGrpSpPr>
        <p:grpSpPr>
          <a:xfrm>
            <a:off x="523841" y="2709730"/>
            <a:ext cx="1529956" cy="1735653"/>
            <a:chOff x="2525595" y="2702596"/>
            <a:chExt cx="1589070" cy="1735653"/>
          </a:xfrm>
        </p:grpSpPr>
        <p:sp>
          <p:nvSpPr>
            <p:cNvPr id="814" name="Google Shape;814;p46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815" name="Google Shape;815;p46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816" name="Google Shape;816;p46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17" name="Google Shape;817;p46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8" name="Google Shape;818;p46"/>
            <p:cNvSpPr txBox="1"/>
            <p:nvPr/>
          </p:nvSpPr>
          <p:spPr>
            <a:xfrm>
              <a:off x="2773365" y="3494449"/>
              <a:ext cx="13413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819" name="Google Shape;8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147" y="1279275"/>
            <a:ext cx="2328725" cy="301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0" name="Google Shape;820;p46"/>
          <p:cNvPicPr preferRelativeResize="0"/>
          <p:nvPr/>
        </p:nvPicPr>
        <p:blipFill rotWithShape="1">
          <a:blip r:embed="rId5">
            <a:alphaModFix/>
          </a:blip>
          <a:srcRect b="0" l="0" r="0" t="2152"/>
          <a:stretch/>
        </p:blipFill>
        <p:spPr>
          <a:xfrm>
            <a:off x="5581986" y="1279275"/>
            <a:ext cx="2380065" cy="301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1" name="Google Shape;821;p46"/>
          <p:cNvSpPr txBox="1"/>
          <p:nvPr/>
        </p:nvSpPr>
        <p:spPr>
          <a:xfrm>
            <a:off x="8175800" y="2485150"/>
            <a:ext cx="508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alibri"/>
                <a:ea typeface="Calibri"/>
                <a:cs typeface="Calibri"/>
                <a:sym typeface="Calibri"/>
              </a:rPr>
              <a:t>...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46"/>
          <p:cNvSpPr txBox="1"/>
          <p:nvPr/>
        </p:nvSpPr>
        <p:spPr>
          <a:xfrm>
            <a:off x="145375" y="4888199"/>
            <a:ext cx="6476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hlinkClick r:id="rId6"/>
              </a:rPr>
              <a:t>https://ai.google/research/pubs/pub62</a:t>
            </a:r>
            <a:r>
              <a:rPr lang="pt-BR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</a:t>
            </a:r>
            <a:r>
              <a:rPr lang="pt-BR"/>
              <a:t> Mover código é mais fácil que mover dados</a:t>
            </a:r>
            <a:endParaRPr/>
          </a:p>
        </p:txBody>
      </p:sp>
      <p:sp>
        <p:nvSpPr>
          <p:cNvPr id="828" name="Google Shape;828;p47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8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834" name="Google Shape;8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5" name="Google Shape;835;p48"/>
          <p:cNvCxnSpPr>
            <a:stCxn id="834" idx="3"/>
            <a:endCxn id="836" idx="0"/>
          </p:cNvCxnSpPr>
          <p:nvPr/>
        </p:nvCxnSpPr>
        <p:spPr>
          <a:xfrm>
            <a:off x="1744525" y="1217513"/>
            <a:ext cx="2827500" cy="2358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" name="Google Shape;836;p48"/>
          <p:cNvSpPr/>
          <p:nvPr/>
        </p:nvSpPr>
        <p:spPr>
          <a:xfrm>
            <a:off x="2754900" y="3576331"/>
            <a:ext cx="3634200" cy="15501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837" name="Google Shape;83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11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38" name="Google Shape;83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87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39" name="Google Shape;83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65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40" name="Google Shape;84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42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41" name="Google Shape;84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2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42" name="Google Shape;84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98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43" name="Google Shape;84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66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44" name="Google Shape;84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43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45" name="Google Shape;84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21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46" name="Google Shape;84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09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47" name="Google Shape;84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0375" y="749338"/>
            <a:ext cx="1009000" cy="100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4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849" name="Google Shape;849;p48"/>
          <p:cNvSpPr txBox="1"/>
          <p:nvPr>
            <p:ph type="title"/>
          </p:nvPr>
        </p:nvSpPr>
        <p:spPr>
          <a:xfrm>
            <a:off x="1533742" y="15904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9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855" name="Google Shape;85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6" name="Google Shape;856;p49"/>
          <p:cNvCxnSpPr>
            <a:stCxn id="855" idx="3"/>
            <a:endCxn id="857" idx="0"/>
          </p:cNvCxnSpPr>
          <p:nvPr/>
        </p:nvCxnSpPr>
        <p:spPr>
          <a:xfrm>
            <a:off x="1744525" y="1217513"/>
            <a:ext cx="2827500" cy="2358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7" name="Google Shape;857;p49"/>
          <p:cNvSpPr/>
          <p:nvPr/>
        </p:nvSpPr>
        <p:spPr>
          <a:xfrm>
            <a:off x="2754900" y="3576331"/>
            <a:ext cx="3634200" cy="15501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858" name="Google Shape;85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11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59" name="Google Shape;85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87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60" name="Google Shape;86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65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61" name="Google Shape;86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42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62" name="Google Shape;86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2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63" name="Google Shape;86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98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64" name="Google Shape;8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66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65" name="Google Shape;86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43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66" name="Google Shape;86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21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67" name="Google Shape;86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09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68" name="Google Shape;86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8500" y="2333913"/>
            <a:ext cx="1009000" cy="100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4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870" name="Google Shape;870;p49"/>
          <p:cNvSpPr txBox="1"/>
          <p:nvPr>
            <p:ph type="title"/>
          </p:nvPr>
        </p:nvSpPr>
        <p:spPr>
          <a:xfrm>
            <a:off x="5183517" y="25717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0"/>
          <p:cNvSpPr/>
          <p:nvPr/>
        </p:nvSpPr>
        <p:spPr>
          <a:xfrm>
            <a:off x="2754900" y="3576331"/>
            <a:ext cx="3634200" cy="15501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0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877" name="Google Shape;8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8" name="Google Shape;878;p50"/>
          <p:cNvCxnSpPr>
            <a:stCxn id="877" idx="3"/>
            <a:endCxn id="875" idx="0"/>
          </p:cNvCxnSpPr>
          <p:nvPr/>
        </p:nvCxnSpPr>
        <p:spPr>
          <a:xfrm>
            <a:off x="1744525" y="1217513"/>
            <a:ext cx="2827500" cy="2358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server icon" id="879" name="Google Shape;87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11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80" name="Google Shape;88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87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81" name="Google Shape;88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65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82" name="Google Shape;88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42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83" name="Google Shape;88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2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84" name="Google Shape;88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98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85" name="Google Shape;88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66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86" name="Google Shape;88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43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87" name="Google Shape;88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21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888" name="Google Shape;88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09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89" name="Google Shape;88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9612" y="4111631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90" name="Google Shape;89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5525" y="411161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91" name="Google Shape;89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8338" y="4111631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92" name="Google Shape;892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4251" y="411161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93" name="Google Shape;89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4588" y="411161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94" name="Google Shape;89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9612" y="4819237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95" name="Google Shape;895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5525" y="4819224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96" name="Google Shape;89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8338" y="4819237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97" name="Google Shape;89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4251" y="4819224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898" name="Google Shape;89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4588" y="4819224"/>
            <a:ext cx="248400" cy="2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5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1"/>
          <p:cNvSpPr/>
          <p:nvPr/>
        </p:nvSpPr>
        <p:spPr>
          <a:xfrm>
            <a:off x="2754900" y="3576331"/>
            <a:ext cx="3634200" cy="15501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51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906" name="Google Shape;9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7" name="Google Shape;907;p51"/>
          <p:cNvCxnSpPr>
            <a:stCxn id="906" idx="3"/>
            <a:endCxn id="904" idx="0"/>
          </p:cNvCxnSpPr>
          <p:nvPr/>
        </p:nvCxnSpPr>
        <p:spPr>
          <a:xfrm>
            <a:off x="1744525" y="1217513"/>
            <a:ext cx="2827500" cy="2358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server icon" id="908" name="Google Shape;90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11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09" name="Google Shape;90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87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10" name="Google Shape;91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65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11" name="Google Shape;91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42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12" name="Google Shape;91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2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13" name="Google Shape;91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98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14" name="Google Shape;91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66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15" name="Google Shape;91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43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16" name="Google Shape;91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21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17" name="Google Shape;91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09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18" name="Google Shape;91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6544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19" name="Google Shape;91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150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20" name="Google Shape;92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538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21" name="Google Shape;921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0144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22" name="Google Shape;922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0481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23" name="Google Shape;92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6544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24" name="Google Shape;92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150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25" name="Google Shape;925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538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26" name="Google Shape;92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0144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27" name="Google Shape;92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0481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5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2"/>
          <p:cNvSpPr/>
          <p:nvPr/>
        </p:nvSpPr>
        <p:spPr>
          <a:xfrm>
            <a:off x="2754900" y="3576331"/>
            <a:ext cx="3634200" cy="15501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52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935" name="Google Shape;93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52"/>
          <p:cNvCxnSpPr>
            <a:stCxn id="935" idx="3"/>
            <a:endCxn id="937" idx="0"/>
          </p:cNvCxnSpPr>
          <p:nvPr/>
        </p:nvCxnSpPr>
        <p:spPr>
          <a:xfrm>
            <a:off x="1744525" y="1217513"/>
            <a:ext cx="2819700" cy="2452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descr="Image result for server icon" id="938" name="Google Shape;93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11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39" name="Google Shape;93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87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37" name="Google Shape;93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65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40" name="Google Shape;94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42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41" name="Google Shape;94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2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42" name="Google Shape;94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98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43" name="Google Shape;94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66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44" name="Google Shape;94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43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45" name="Google Shape;94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21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46" name="Google Shape;94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09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47" name="Google Shape;947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6544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48" name="Google Shape;94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150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49" name="Google Shape;949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538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50" name="Google Shape;95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0144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51" name="Google Shape;951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0481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52" name="Google Shape;95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6544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53" name="Google Shape;953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150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54" name="Google Shape;954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538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55" name="Google Shape;95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0144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56" name="Google Shape;956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0481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57" name="Google Shape;957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3973" y="2754751"/>
            <a:ext cx="687000" cy="6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5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3"/>
          <p:cNvSpPr/>
          <p:nvPr/>
        </p:nvSpPr>
        <p:spPr>
          <a:xfrm>
            <a:off x="2754900" y="3576331"/>
            <a:ext cx="3634200" cy="15501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3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965" name="Google Shape;96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6" name="Google Shape;966;p53"/>
          <p:cNvCxnSpPr>
            <a:stCxn id="965" idx="3"/>
            <a:endCxn id="967" idx="0"/>
          </p:cNvCxnSpPr>
          <p:nvPr/>
        </p:nvCxnSpPr>
        <p:spPr>
          <a:xfrm>
            <a:off x="1744525" y="1217513"/>
            <a:ext cx="2819700" cy="2452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descr="Image result for server icon" id="968" name="Google Shape;96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11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69" name="Google Shape;96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87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67" name="Google Shape;96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65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70" name="Google Shape;97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425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71" name="Google Shape;97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200" y="3669825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72" name="Google Shape;97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98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73" name="Google Shape;97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66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74" name="Google Shape;97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43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75" name="Google Shape;97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213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976" name="Google Shape;97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0988" y="4362900"/>
            <a:ext cx="635325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77" name="Google Shape;977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6544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78" name="Google Shape;978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150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79" name="Google Shape;979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538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80" name="Google Shape;980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0144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81" name="Google Shape;98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0481" y="3863288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82" name="Google Shape;98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6544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83" name="Google Shape;98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150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84" name="Google Shape;984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538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85" name="Google Shape;98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0144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86" name="Google Shape;98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0481" y="4563625"/>
            <a:ext cx="248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987" name="Google Shape;98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2798" y="483213"/>
            <a:ext cx="687000" cy="6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5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5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994" name="Google Shape;994;p54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995" name="Google Shape;995;p54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6" name="Google Shape;996;p54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997" name="Google Shape;997;p54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998" name="Google Shape;998;p54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999" name="Google Shape;999;p54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00" name="Google Shape;1000;p54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01" name="Google Shape;1001;p54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1002" name="Google Shape;100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3" name="Google Shape;1003;p54"/>
          <p:cNvGrpSpPr/>
          <p:nvPr/>
        </p:nvGrpSpPr>
        <p:grpSpPr>
          <a:xfrm>
            <a:off x="523841" y="2709730"/>
            <a:ext cx="1075328" cy="1735645"/>
            <a:chOff x="2525595" y="2702596"/>
            <a:chExt cx="1116876" cy="1735645"/>
          </a:xfrm>
        </p:grpSpPr>
        <p:sp>
          <p:nvSpPr>
            <p:cNvPr id="1004" name="Google Shape;1004;p54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05" name="Google Shape;1005;p54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1006" name="Google Shape;1006;p54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07" name="Google Shape;1007;p54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08" name="Google Shape;1008;p54"/>
            <p:cNvSpPr txBox="1"/>
            <p:nvPr/>
          </p:nvSpPr>
          <p:spPr>
            <a:xfrm>
              <a:off x="2773371" y="3494441"/>
              <a:ext cx="8691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009" name="Google Shape;100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147" y="1279275"/>
            <a:ext cx="2328725" cy="301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0" name="Google Shape;1010;p54"/>
          <p:cNvPicPr preferRelativeResize="0"/>
          <p:nvPr/>
        </p:nvPicPr>
        <p:blipFill rotWithShape="1">
          <a:blip r:embed="rId5">
            <a:alphaModFix/>
          </a:blip>
          <a:srcRect b="0" l="0" r="0" t="2152"/>
          <a:stretch/>
        </p:blipFill>
        <p:spPr>
          <a:xfrm>
            <a:off x="5581986" y="1279275"/>
            <a:ext cx="2380065" cy="301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1" name="Google Shape;1011;p54"/>
          <p:cNvSpPr txBox="1"/>
          <p:nvPr/>
        </p:nvSpPr>
        <p:spPr>
          <a:xfrm>
            <a:off x="8175800" y="2485150"/>
            <a:ext cx="508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alibri"/>
                <a:ea typeface="Calibri"/>
                <a:cs typeface="Calibri"/>
                <a:sym typeface="Calibri"/>
              </a:rPr>
              <a:t>...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1017" name="Google Shape;1017;p55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1018" name="Google Shape;1018;p55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9" name="Google Shape;1019;p55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1020" name="Google Shape;1020;p55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021" name="Google Shape;1021;p55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022" name="Google Shape;1022;p55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23" name="Google Shape;1023;p55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24" name="Google Shape;1024;p55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1025" name="Google Shape;102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55"/>
          <p:cNvGrpSpPr/>
          <p:nvPr/>
        </p:nvGrpSpPr>
        <p:grpSpPr>
          <a:xfrm>
            <a:off x="523841" y="2709730"/>
            <a:ext cx="1075328" cy="1735645"/>
            <a:chOff x="2525595" y="2702596"/>
            <a:chExt cx="1116876" cy="1735645"/>
          </a:xfrm>
        </p:grpSpPr>
        <p:sp>
          <p:nvSpPr>
            <p:cNvPr id="1027" name="Google Shape;1027;p55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28" name="Google Shape;1028;p55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1029" name="Google Shape;1029;p55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30" name="Google Shape;1030;p55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1" name="Google Shape;1031;p55"/>
            <p:cNvSpPr txBox="1"/>
            <p:nvPr/>
          </p:nvSpPr>
          <p:spPr>
            <a:xfrm>
              <a:off x="2773371" y="3494441"/>
              <a:ext cx="8691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032" name="Google Shape;103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147" y="1279275"/>
            <a:ext cx="2328725" cy="301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33" name="Google Shape;1033;p55"/>
          <p:cNvPicPr preferRelativeResize="0"/>
          <p:nvPr/>
        </p:nvPicPr>
        <p:blipFill rotWithShape="1">
          <a:blip r:embed="rId5">
            <a:alphaModFix/>
          </a:blip>
          <a:srcRect b="0" l="0" r="0" t="2152"/>
          <a:stretch/>
        </p:blipFill>
        <p:spPr>
          <a:xfrm>
            <a:off x="5581986" y="1279275"/>
            <a:ext cx="2380065" cy="301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4" name="Google Shape;1034;p55"/>
          <p:cNvSpPr txBox="1"/>
          <p:nvPr/>
        </p:nvSpPr>
        <p:spPr>
          <a:xfrm>
            <a:off x="8175800" y="2485150"/>
            <a:ext cx="508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alibri"/>
                <a:ea typeface="Calibri"/>
                <a:cs typeface="Calibri"/>
                <a:sym typeface="Calibri"/>
              </a:rPr>
              <a:t>...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5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1040" name="Google Shape;1040;p56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1041" name="Google Shape;1041;p56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2" name="Google Shape;1042;p56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1043" name="Google Shape;1043;p56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044" name="Google Shape;1044;p56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045" name="Google Shape;1045;p56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46" name="Google Shape;1046;p56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47" name="Google Shape;1047;p56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1048" name="Google Shape;104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9" name="Google Shape;1049;p56"/>
          <p:cNvGrpSpPr/>
          <p:nvPr/>
        </p:nvGrpSpPr>
        <p:grpSpPr>
          <a:xfrm>
            <a:off x="523841" y="2709730"/>
            <a:ext cx="1096991" cy="1735645"/>
            <a:chOff x="2525595" y="2702596"/>
            <a:chExt cx="1139376" cy="1735645"/>
          </a:xfrm>
        </p:grpSpPr>
        <p:sp>
          <p:nvSpPr>
            <p:cNvPr id="1050" name="Google Shape;1050;p56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51" name="Google Shape;1051;p56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1052" name="Google Shape;1052;p56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53" name="Google Shape;1053;p56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4" name="Google Shape;1054;p56"/>
            <p:cNvSpPr txBox="1"/>
            <p:nvPr/>
          </p:nvSpPr>
          <p:spPr>
            <a:xfrm>
              <a:off x="2773371" y="3494441"/>
              <a:ext cx="8916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55" name="Google Shape;1055;p56"/>
          <p:cNvGrpSpPr/>
          <p:nvPr/>
        </p:nvGrpSpPr>
        <p:grpSpPr>
          <a:xfrm>
            <a:off x="1136954" y="2709730"/>
            <a:ext cx="1529950" cy="1735645"/>
            <a:chOff x="2525595" y="2702596"/>
            <a:chExt cx="1589063" cy="1735645"/>
          </a:xfrm>
        </p:grpSpPr>
        <p:sp>
          <p:nvSpPr>
            <p:cNvPr id="1056" name="Google Shape;1056;p56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7" name="Google Shape;1057;p56"/>
            <p:cNvGrpSpPr/>
            <p:nvPr/>
          </p:nvGrpSpPr>
          <p:grpSpPr>
            <a:xfrm>
              <a:off x="2525595" y="2702596"/>
              <a:ext cx="1221562" cy="1735645"/>
              <a:chOff x="2525595" y="2702596"/>
              <a:chExt cx="1221562" cy="1735645"/>
            </a:xfrm>
          </p:grpSpPr>
          <p:sp>
            <p:nvSpPr>
              <p:cNvPr id="1058" name="Google Shape;1058;p56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059" name="Google Shape;1059;p56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060" name="Google Shape;1060;p56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61" name="Google Shape;1061;p56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2" name="Google Shape;1062;p56"/>
              <p:cNvSpPr txBox="1"/>
              <p:nvPr/>
            </p:nvSpPr>
            <p:spPr>
              <a:xfrm>
                <a:off x="2773357" y="3494441"/>
                <a:ext cx="9738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pt-BR" sz="8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Doug Cutting é contratado/lidera time no Yahoo!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063" name="Google Shape;1063;p56"/>
          <p:cNvSpPr txBox="1"/>
          <p:nvPr/>
        </p:nvSpPr>
        <p:spPr>
          <a:xfrm>
            <a:off x="4283363" y="3776975"/>
            <a:ext cx="2926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alibri"/>
                <a:ea typeface="Calibri"/>
                <a:cs typeface="Calibri"/>
                <a:sym typeface="Calibri"/>
              </a:rPr>
              <a:t>Doug Cutting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yahoo old logo" id="1064" name="Google Shape;1064;p56"/>
          <p:cNvPicPr preferRelativeResize="0"/>
          <p:nvPr/>
        </p:nvPicPr>
        <p:blipFill rotWithShape="1">
          <a:blip r:embed="rId4">
            <a:alphaModFix/>
          </a:blip>
          <a:srcRect b="0" l="0" r="0" t="30877"/>
          <a:stretch/>
        </p:blipFill>
        <p:spPr>
          <a:xfrm>
            <a:off x="4878150" y="4303050"/>
            <a:ext cx="1736950" cy="8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0698" y="689163"/>
            <a:ext cx="2311850" cy="3079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1071" name="Google Shape;1071;p57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1072" name="Google Shape;1072;p57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73" name="Google Shape;1073;p57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1074" name="Google Shape;1074;p57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075" name="Google Shape;1075;p57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076" name="Google Shape;1076;p5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77" name="Google Shape;1077;p5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78" name="Google Shape;1078;p57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1079" name="Google Shape;107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0" name="Google Shape;1080;p57"/>
          <p:cNvGrpSpPr/>
          <p:nvPr/>
        </p:nvGrpSpPr>
        <p:grpSpPr>
          <a:xfrm>
            <a:off x="523841" y="2709730"/>
            <a:ext cx="1096991" cy="1735645"/>
            <a:chOff x="2525595" y="2702596"/>
            <a:chExt cx="1139376" cy="1735645"/>
          </a:xfrm>
        </p:grpSpPr>
        <p:sp>
          <p:nvSpPr>
            <p:cNvPr id="1081" name="Google Shape;1081;p57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82" name="Google Shape;1082;p57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1083" name="Google Shape;1083;p57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84" name="Google Shape;1084;p57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5" name="Google Shape;1085;p57"/>
            <p:cNvSpPr txBox="1"/>
            <p:nvPr/>
          </p:nvSpPr>
          <p:spPr>
            <a:xfrm>
              <a:off x="2773371" y="3494441"/>
              <a:ext cx="8916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6" name="Google Shape;1086;p57"/>
          <p:cNvGrpSpPr/>
          <p:nvPr/>
        </p:nvGrpSpPr>
        <p:grpSpPr>
          <a:xfrm>
            <a:off x="1136954" y="2709730"/>
            <a:ext cx="1529950" cy="1735645"/>
            <a:chOff x="2525595" y="2702596"/>
            <a:chExt cx="1589063" cy="1735645"/>
          </a:xfrm>
        </p:grpSpPr>
        <p:sp>
          <p:nvSpPr>
            <p:cNvPr id="1087" name="Google Shape;1087;p57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88" name="Google Shape;1088;p57"/>
            <p:cNvGrpSpPr/>
            <p:nvPr/>
          </p:nvGrpSpPr>
          <p:grpSpPr>
            <a:xfrm>
              <a:off x="2525595" y="2702596"/>
              <a:ext cx="1251862" cy="1735645"/>
              <a:chOff x="2525595" y="2702596"/>
              <a:chExt cx="1251862" cy="1735645"/>
            </a:xfrm>
          </p:grpSpPr>
          <p:sp>
            <p:nvSpPr>
              <p:cNvPr id="1089" name="Google Shape;1089;p57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090" name="Google Shape;1090;p57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091" name="Google Shape;1091;p5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92" name="Google Shape;1092;p5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93" name="Google Shape;1093;p57"/>
              <p:cNvSpPr txBox="1"/>
              <p:nvPr/>
            </p:nvSpPr>
            <p:spPr>
              <a:xfrm>
                <a:off x="2773357" y="3494441"/>
                <a:ext cx="10041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Doug Cutting é contratado/lidera time no Yahoo!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1094" name="Google Shape;1094;p57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2013487" y="2320950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95" name="Google Shape;1095;p57"/>
          <p:cNvGrpSpPr/>
          <p:nvPr/>
        </p:nvGrpSpPr>
        <p:grpSpPr>
          <a:xfrm>
            <a:off x="1654902" y="2807180"/>
            <a:ext cx="775455" cy="786599"/>
            <a:chOff x="495991" y="2800065"/>
            <a:chExt cx="871200" cy="786599"/>
          </a:xfrm>
        </p:grpSpPr>
        <p:sp>
          <p:nvSpPr>
            <p:cNvPr id="1096" name="Google Shape;1096;p57"/>
            <p:cNvSpPr txBox="1"/>
            <p:nvPr/>
          </p:nvSpPr>
          <p:spPr>
            <a:xfrm>
              <a:off x="495991" y="3215263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2006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97" name="Google Shape;1097;p57"/>
            <p:cNvGrpSpPr/>
            <p:nvPr/>
          </p:nvGrpSpPr>
          <p:grpSpPr>
            <a:xfrm>
              <a:off x="881025" y="2800065"/>
              <a:ext cx="92400" cy="411825"/>
              <a:chOff x="845575" y="2563700"/>
              <a:chExt cx="92400" cy="411825"/>
            </a:xfrm>
          </p:grpSpPr>
          <p:cxnSp>
            <p:nvCxnSpPr>
              <p:cNvPr id="1098" name="Google Shape;1098;p57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99" name="Google Shape;1099;p57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8"/>
          <p:cNvSpPr/>
          <p:nvPr/>
        </p:nvSpPr>
        <p:spPr>
          <a:xfrm>
            <a:off x="2282400" y="1889850"/>
            <a:ext cx="45792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5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</a:t>
            </a:r>
            <a:r>
              <a:rPr lang="pt-BR"/>
              <a:t> - Estrutura do Framework - v0.1.*</a:t>
            </a:r>
            <a:endParaRPr/>
          </a:p>
        </p:txBody>
      </p:sp>
      <p:sp>
        <p:nvSpPr>
          <p:cNvPr id="1106" name="Google Shape;1106;p58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7" name="Google Shape;1107;p58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</a:t>
            </a:r>
            <a:r>
              <a:rPr b="1" lang="pt-BR" sz="900">
                <a:solidFill>
                  <a:schemeClr val="dk1"/>
                </a:solidFill>
              </a:rPr>
              <a:t>ramework de Processamento Distribuído</a:t>
            </a:r>
            <a:endParaRPr b="1" sz="1300"/>
          </a:p>
        </p:txBody>
      </p:sp>
      <p:sp>
        <p:nvSpPr>
          <p:cNvPr id="1108" name="Google Shape;1108;p58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109" name="Google Shape;1109;p58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110" name="Google Shape;111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11" name="Google Shape;111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12" name="Google Shape;111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13" name="Google Shape;111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14" name="Google Shape;111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15" name="Google Shape;111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16" name="Google Shape;111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17" name="Google Shape;111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18" name="Google Shape;111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19" name="Google Shape;111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0" name="Google Shape;112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1" name="Google Shape;112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2" name="Google Shape;112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3" name="Google Shape;112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4" name="Google Shape;112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5" name="Google Shape;112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6" name="Google Shape;112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7" name="Google Shape;112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8" name="Google Shape;112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29" name="Google Shape;112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0" name="Google Shape;113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1" name="Google Shape;113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2" name="Google Shape;113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3" name="Google Shape;113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4" name="Google Shape;113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5" name="Google Shape;113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6" name="Google Shape;113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7" name="Google Shape;113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8" name="Google Shape;113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39" name="Google Shape;113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0" name="Google Shape;114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1" name="Google Shape;114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2" name="Google Shape;114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3" name="Google Shape;114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4" name="Google Shape;114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5" name="Google Shape;114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6" name="Google Shape;114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7" name="Google Shape;114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8" name="Google Shape;114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49" name="Google Shape;114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58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59"/>
          <p:cNvSpPr/>
          <p:nvPr/>
        </p:nvSpPr>
        <p:spPr>
          <a:xfrm>
            <a:off x="2282400" y="1889850"/>
            <a:ext cx="45792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5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Estrutura do Framework - v0.1.*</a:t>
            </a:r>
            <a:endParaRPr/>
          </a:p>
        </p:txBody>
      </p:sp>
      <p:sp>
        <p:nvSpPr>
          <p:cNvPr id="1157" name="Google Shape;1157;p59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8" name="Google Shape;1158;p59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159" name="Google Shape;1159;p59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160" name="Google Shape;1160;p59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161" name="Google Shape;116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62" name="Google Shape;116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63" name="Google Shape;116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64" name="Google Shape;116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65" name="Google Shape;116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66" name="Google Shape;116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67" name="Google Shape;116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68" name="Google Shape;116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69" name="Google Shape;116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70" name="Google Shape;117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71" name="Google Shape;117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72" name="Google Shape;117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73" name="Google Shape;117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74" name="Google Shape;117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75" name="Google Shape;117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76" name="Google Shape;117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77" name="Google Shape;117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78" name="Google Shape;1178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79" name="Google Shape;117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80" name="Google Shape;118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81" name="Google Shape;118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82" name="Google Shape;118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83" name="Google Shape;118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84" name="Google Shape;118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85" name="Google Shape;118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86" name="Google Shape;118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87" name="Google Shape;118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88" name="Google Shape;118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89" name="Google Shape;118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190" name="Google Shape;119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91" name="Google Shape;119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92" name="Google Shape;119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93" name="Google Shape;119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94" name="Google Shape;119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95" name="Google Shape;119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96" name="Google Shape;119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97" name="Google Shape;119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98" name="Google Shape;1198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199" name="Google Shape;119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200" name="Google Shape;120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59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6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HDFS: GFS para todos</a:t>
            </a:r>
            <a:endParaRPr/>
          </a:p>
        </p:txBody>
      </p:sp>
      <p:sp>
        <p:nvSpPr>
          <p:cNvPr id="1207" name="Google Shape;1207;p60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Distribuído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Escalável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Barato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Tolerante a falhas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Alto throughput </a:t>
            </a:r>
            <a:endParaRPr/>
          </a:p>
        </p:txBody>
      </p:sp>
      <p:pic>
        <p:nvPicPr>
          <p:cNvPr descr="Image result for hadoop hdfs" id="1208" name="Google Shape;120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50" y="981988"/>
            <a:ext cx="2517375" cy="118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6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HDFS: GFS para todos</a:t>
            </a:r>
            <a:endParaRPr/>
          </a:p>
        </p:txBody>
      </p:sp>
      <p:sp>
        <p:nvSpPr>
          <p:cNvPr id="1214" name="Google Shape;1214;p61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Distribuído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Escalável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Barato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Tolerante a falhas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Alto throughput </a:t>
            </a:r>
            <a:endParaRPr/>
          </a:p>
        </p:txBody>
      </p:sp>
      <p:pic>
        <p:nvPicPr>
          <p:cNvPr descr="Image result for hadoop hdfs" id="1215" name="Google Shape;121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50" y="981988"/>
            <a:ext cx="2517375" cy="118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0" name="Google Shape;1220;p62"/>
          <p:cNvPicPr preferRelativeResize="0"/>
          <p:nvPr/>
        </p:nvPicPr>
        <p:blipFill rotWithShape="1">
          <a:blip r:embed="rId3">
            <a:alphaModFix/>
          </a:blip>
          <a:srcRect b="20254" l="5673" r="9271" t="12721"/>
          <a:stretch/>
        </p:blipFill>
        <p:spPr>
          <a:xfrm>
            <a:off x="2598564" y="1351950"/>
            <a:ext cx="5996650" cy="265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62"/>
          <p:cNvSpPr/>
          <p:nvPr/>
        </p:nvSpPr>
        <p:spPr>
          <a:xfrm>
            <a:off x="2551300" y="1802625"/>
            <a:ext cx="1242900" cy="153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6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de arquivos: local vs. distribuído</a:t>
            </a:r>
            <a:endParaRPr/>
          </a:p>
        </p:txBody>
      </p:sp>
      <p:pic>
        <p:nvPicPr>
          <p:cNvPr id="1223" name="Google Shape;1223;p62"/>
          <p:cNvPicPr preferRelativeResize="0"/>
          <p:nvPr/>
        </p:nvPicPr>
        <p:blipFill rotWithShape="1">
          <a:blip r:embed="rId4">
            <a:alphaModFix/>
          </a:blip>
          <a:srcRect b="42696" l="3911" r="77795" t="33034"/>
          <a:stretch/>
        </p:blipFill>
        <p:spPr>
          <a:xfrm>
            <a:off x="548787" y="2025999"/>
            <a:ext cx="1755274" cy="13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62"/>
          <p:cNvPicPr preferRelativeResize="0"/>
          <p:nvPr/>
        </p:nvPicPr>
        <p:blipFill rotWithShape="1">
          <a:blip r:embed="rId3">
            <a:alphaModFix/>
          </a:blip>
          <a:srcRect b="37251" l="5673" r="76954" t="24636"/>
          <a:stretch/>
        </p:blipFill>
        <p:spPr>
          <a:xfrm>
            <a:off x="2878380" y="2208475"/>
            <a:ext cx="588773" cy="72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62"/>
          <p:cNvPicPr preferRelativeResize="0"/>
          <p:nvPr/>
        </p:nvPicPr>
        <p:blipFill rotWithShape="1">
          <a:blip r:embed="rId3">
            <a:alphaModFix/>
          </a:blip>
          <a:srcRect b="10471" l="8510" r="81591" t="62950"/>
          <a:stretch/>
        </p:blipFill>
        <p:spPr>
          <a:xfrm>
            <a:off x="2823850" y="2935025"/>
            <a:ext cx="697800" cy="10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Google Shape;1230;p63"/>
          <p:cNvPicPr preferRelativeResize="0"/>
          <p:nvPr/>
        </p:nvPicPr>
        <p:blipFill rotWithShape="1">
          <a:blip r:embed="rId3">
            <a:alphaModFix/>
          </a:blip>
          <a:srcRect b="20254" l="4279" r="9267" t="12721"/>
          <a:stretch/>
        </p:blipFill>
        <p:spPr>
          <a:xfrm>
            <a:off x="2500427" y="1351950"/>
            <a:ext cx="6094800" cy="265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63"/>
          <p:cNvSpPr/>
          <p:nvPr/>
        </p:nvSpPr>
        <p:spPr>
          <a:xfrm>
            <a:off x="2551300" y="1802625"/>
            <a:ext cx="1242900" cy="153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6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de arquivos: local vs. distribuído</a:t>
            </a:r>
            <a:endParaRPr/>
          </a:p>
        </p:txBody>
      </p:sp>
      <p:pic>
        <p:nvPicPr>
          <p:cNvPr id="1233" name="Google Shape;1233;p63"/>
          <p:cNvPicPr preferRelativeResize="0"/>
          <p:nvPr/>
        </p:nvPicPr>
        <p:blipFill rotWithShape="1">
          <a:blip r:embed="rId4">
            <a:alphaModFix/>
          </a:blip>
          <a:srcRect b="42696" l="3911" r="77795" t="33034"/>
          <a:stretch/>
        </p:blipFill>
        <p:spPr>
          <a:xfrm>
            <a:off x="548787" y="2025999"/>
            <a:ext cx="1755274" cy="13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63"/>
          <p:cNvPicPr preferRelativeResize="0"/>
          <p:nvPr/>
        </p:nvPicPr>
        <p:blipFill rotWithShape="1">
          <a:blip r:embed="rId3">
            <a:alphaModFix/>
          </a:blip>
          <a:srcRect b="37251" l="5673" r="76954" t="24636"/>
          <a:stretch/>
        </p:blipFill>
        <p:spPr>
          <a:xfrm>
            <a:off x="2878380" y="2208475"/>
            <a:ext cx="588773" cy="72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63"/>
          <p:cNvPicPr preferRelativeResize="0"/>
          <p:nvPr/>
        </p:nvPicPr>
        <p:blipFill rotWithShape="1">
          <a:blip r:embed="rId3">
            <a:alphaModFix/>
          </a:blip>
          <a:srcRect b="10471" l="8510" r="81591" t="62950"/>
          <a:stretch/>
        </p:blipFill>
        <p:spPr>
          <a:xfrm>
            <a:off x="2823850" y="2935025"/>
            <a:ext cx="697800" cy="105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63"/>
          <p:cNvSpPr/>
          <p:nvPr/>
        </p:nvSpPr>
        <p:spPr>
          <a:xfrm rot="5400000">
            <a:off x="4911075" y="2316175"/>
            <a:ext cx="223200" cy="2224200"/>
          </a:xfrm>
          <a:prstGeom prst="leftBrace">
            <a:avLst>
              <a:gd fmla="val 69986" name="adj1"/>
              <a:gd fmla="val 50000" name="adj2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7" name="Google Shape;1237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0246" y="3707050"/>
            <a:ext cx="1004875" cy="89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p64"/>
          <p:cNvPicPr preferRelativeResize="0"/>
          <p:nvPr/>
        </p:nvPicPr>
        <p:blipFill rotWithShape="1">
          <a:blip r:embed="rId3">
            <a:alphaModFix/>
          </a:blip>
          <a:srcRect b="20254" l="4279" r="9267" t="12721"/>
          <a:stretch/>
        </p:blipFill>
        <p:spPr>
          <a:xfrm>
            <a:off x="2500427" y="1351950"/>
            <a:ext cx="6094800" cy="265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64"/>
          <p:cNvSpPr/>
          <p:nvPr/>
        </p:nvSpPr>
        <p:spPr>
          <a:xfrm>
            <a:off x="2551300" y="1802625"/>
            <a:ext cx="1242900" cy="153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6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de arquivos: local vs. distribuído</a:t>
            </a:r>
            <a:endParaRPr/>
          </a:p>
        </p:txBody>
      </p:sp>
      <p:pic>
        <p:nvPicPr>
          <p:cNvPr id="1245" name="Google Shape;1245;p64"/>
          <p:cNvPicPr preferRelativeResize="0"/>
          <p:nvPr/>
        </p:nvPicPr>
        <p:blipFill rotWithShape="1">
          <a:blip r:embed="rId4">
            <a:alphaModFix/>
          </a:blip>
          <a:srcRect b="42696" l="3911" r="77795" t="33034"/>
          <a:stretch/>
        </p:blipFill>
        <p:spPr>
          <a:xfrm>
            <a:off x="548787" y="2025999"/>
            <a:ext cx="1755274" cy="13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64"/>
          <p:cNvPicPr preferRelativeResize="0"/>
          <p:nvPr/>
        </p:nvPicPr>
        <p:blipFill rotWithShape="1">
          <a:blip r:embed="rId3">
            <a:alphaModFix/>
          </a:blip>
          <a:srcRect b="37251" l="5673" r="76954" t="24636"/>
          <a:stretch/>
        </p:blipFill>
        <p:spPr>
          <a:xfrm>
            <a:off x="2878380" y="2208475"/>
            <a:ext cx="588773" cy="72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64"/>
          <p:cNvPicPr preferRelativeResize="0"/>
          <p:nvPr/>
        </p:nvPicPr>
        <p:blipFill rotWithShape="1">
          <a:blip r:embed="rId3">
            <a:alphaModFix/>
          </a:blip>
          <a:srcRect b="10471" l="8510" r="81591" t="62950"/>
          <a:stretch/>
        </p:blipFill>
        <p:spPr>
          <a:xfrm>
            <a:off x="2823850" y="2935025"/>
            <a:ext cx="697800" cy="105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64"/>
          <p:cNvSpPr/>
          <p:nvPr/>
        </p:nvSpPr>
        <p:spPr>
          <a:xfrm rot="5400000">
            <a:off x="4911075" y="2316175"/>
            <a:ext cx="223200" cy="2224200"/>
          </a:xfrm>
          <a:prstGeom prst="leftBrace">
            <a:avLst>
              <a:gd fmla="val 69986" name="adj1"/>
              <a:gd fmla="val 50000" name="adj2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9" name="Google Shape;1249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3044" y="3475962"/>
            <a:ext cx="1617975" cy="16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9804" y="4123312"/>
            <a:ext cx="437232" cy="38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9804" y="3636562"/>
            <a:ext cx="437225" cy="38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9804" y="4610062"/>
            <a:ext cx="437232" cy="3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7" name="Google Shape;1257;p65"/>
          <p:cNvPicPr preferRelativeResize="0"/>
          <p:nvPr/>
        </p:nvPicPr>
        <p:blipFill rotWithShape="1">
          <a:blip r:embed="rId3">
            <a:alphaModFix/>
          </a:blip>
          <a:srcRect b="20254" l="4279" r="9267" t="12721"/>
          <a:stretch/>
        </p:blipFill>
        <p:spPr>
          <a:xfrm>
            <a:off x="2500427" y="1351950"/>
            <a:ext cx="6094800" cy="265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65"/>
          <p:cNvSpPr/>
          <p:nvPr/>
        </p:nvSpPr>
        <p:spPr>
          <a:xfrm>
            <a:off x="2551300" y="1802625"/>
            <a:ext cx="1242900" cy="153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6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de arquivos: local vs. distribuído</a:t>
            </a:r>
            <a:endParaRPr/>
          </a:p>
        </p:txBody>
      </p:sp>
      <p:pic>
        <p:nvPicPr>
          <p:cNvPr id="1260" name="Google Shape;1260;p65"/>
          <p:cNvPicPr preferRelativeResize="0"/>
          <p:nvPr/>
        </p:nvPicPr>
        <p:blipFill rotWithShape="1">
          <a:blip r:embed="rId4">
            <a:alphaModFix/>
          </a:blip>
          <a:srcRect b="42696" l="3911" r="77795" t="33034"/>
          <a:stretch/>
        </p:blipFill>
        <p:spPr>
          <a:xfrm>
            <a:off x="548787" y="2025999"/>
            <a:ext cx="1755274" cy="13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65"/>
          <p:cNvPicPr preferRelativeResize="0"/>
          <p:nvPr/>
        </p:nvPicPr>
        <p:blipFill rotWithShape="1">
          <a:blip r:embed="rId3">
            <a:alphaModFix/>
          </a:blip>
          <a:srcRect b="37251" l="5673" r="76954" t="24636"/>
          <a:stretch/>
        </p:blipFill>
        <p:spPr>
          <a:xfrm>
            <a:off x="2878380" y="2208475"/>
            <a:ext cx="588773" cy="72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65"/>
          <p:cNvPicPr preferRelativeResize="0"/>
          <p:nvPr/>
        </p:nvPicPr>
        <p:blipFill rotWithShape="1">
          <a:blip r:embed="rId3">
            <a:alphaModFix/>
          </a:blip>
          <a:srcRect b="10471" l="8510" r="81591" t="62950"/>
          <a:stretch/>
        </p:blipFill>
        <p:spPr>
          <a:xfrm>
            <a:off x="2823850" y="2935025"/>
            <a:ext cx="697800" cy="105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65"/>
          <p:cNvSpPr/>
          <p:nvPr/>
        </p:nvSpPr>
        <p:spPr>
          <a:xfrm rot="5400000">
            <a:off x="4911075" y="2316175"/>
            <a:ext cx="223200" cy="2224200"/>
          </a:xfrm>
          <a:prstGeom prst="leftBrace">
            <a:avLst>
              <a:gd fmla="val 69986" name="adj1"/>
              <a:gd fmla="val 50000" name="adj2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4" name="Google Shape;1264;p65"/>
          <p:cNvGrpSpPr/>
          <p:nvPr/>
        </p:nvGrpSpPr>
        <p:grpSpPr>
          <a:xfrm>
            <a:off x="4183146" y="3598019"/>
            <a:ext cx="1679069" cy="1373986"/>
            <a:chOff x="4099525" y="552425"/>
            <a:chExt cx="4942800" cy="4426500"/>
          </a:xfrm>
        </p:grpSpPr>
        <p:sp>
          <p:nvSpPr>
            <p:cNvPr id="1265" name="Google Shape;1265;p65"/>
            <p:cNvSpPr/>
            <p:nvPr/>
          </p:nvSpPr>
          <p:spPr>
            <a:xfrm>
              <a:off x="4099525" y="552425"/>
              <a:ext cx="4942800" cy="4426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Image result for switch network" id="1266" name="Google Shape;1266;p65"/>
            <p:cNvPicPr preferRelativeResize="0"/>
            <p:nvPr/>
          </p:nvPicPr>
          <p:blipFill rotWithShape="1">
            <a:blip r:embed="rId5">
              <a:alphaModFix/>
            </a:blip>
            <a:srcRect b="33977" l="0" r="0" t="36365"/>
            <a:stretch/>
          </p:blipFill>
          <p:spPr>
            <a:xfrm>
              <a:off x="5918175" y="2572087"/>
              <a:ext cx="1305499" cy="3871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67" name="Google Shape;1267;p65"/>
            <p:cNvCxnSpPr>
              <a:stCxn id="1268" idx="3"/>
              <a:endCxn id="1266" idx="2"/>
            </p:cNvCxnSpPr>
            <p:nvPr/>
          </p:nvCxnSpPr>
          <p:spPr>
            <a:xfrm flipH="1" rot="10800000">
              <a:off x="5145775" y="2958862"/>
              <a:ext cx="1425300" cy="11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1269" name="Google Shape;1269;p65"/>
            <p:cNvCxnSpPr>
              <a:stCxn id="1266" idx="2"/>
              <a:endCxn id="1270" idx="1"/>
            </p:cNvCxnSpPr>
            <p:nvPr/>
          </p:nvCxnSpPr>
          <p:spPr>
            <a:xfrm>
              <a:off x="6570925" y="2959263"/>
              <a:ext cx="1453500" cy="11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1271" name="Google Shape;1271;p65"/>
            <p:cNvCxnSpPr>
              <a:endCxn id="1266" idx="0"/>
            </p:cNvCxnSpPr>
            <p:nvPr/>
          </p:nvCxnSpPr>
          <p:spPr>
            <a:xfrm>
              <a:off x="6570925" y="1806487"/>
              <a:ext cx="0" cy="765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grpSp>
          <p:nvGrpSpPr>
            <p:cNvPr id="1272" name="Google Shape;1272;p65"/>
            <p:cNvGrpSpPr/>
            <p:nvPr/>
          </p:nvGrpSpPr>
          <p:grpSpPr>
            <a:xfrm>
              <a:off x="4335105" y="3521200"/>
              <a:ext cx="810670" cy="1177525"/>
              <a:chOff x="4335105" y="3521200"/>
              <a:chExt cx="810670" cy="1177525"/>
            </a:xfrm>
          </p:grpSpPr>
          <p:pic>
            <p:nvPicPr>
              <p:cNvPr id="1268" name="Google Shape;1268;p6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5105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73" name="Google Shape;1273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74" name="Google Shape;1274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75" name="Google Shape;1275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76" name="Google Shape;1276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277" name="Google Shape;1277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278" name="Google Shape;1278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279" name="Google Shape;1279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80" name="Google Shape;1280;p65"/>
            <p:cNvGrpSpPr/>
            <p:nvPr/>
          </p:nvGrpSpPr>
          <p:grpSpPr>
            <a:xfrm>
              <a:off x="8024725" y="3521200"/>
              <a:ext cx="810670" cy="1177525"/>
              <a:chOff x="8024650" y="3521200"/>
              <a:chExt cx="810670" cy="1177525"/>
            </a:xfrm>
          </p:grpSpPr>
          <p:pic>
            <p:nvPicPr>
              <p:cNvPr id="1270" name="Google Shape;1270;p6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81" name="Google Shape;1281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82" name="Google Shape;1282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83" name="Google Shape;1283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84" name="Google Shape;1284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285" name="Google Shape;1285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286" name="Google Shape;1286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287" name="Google Shape;1287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88" name="Google Shape;1288;p65"/>
            <p:cNvGrpSpPr/>
            <p:nvPr/>
          </p:nvGrpSpPr>
          <p:grpSpPr>
            <a:xfrm>
              <a:off x="4335105" y="2149600"/>
              <a:ext cx="810670" cy="1177525"/>
              <a:chOff x="4335105" y="3521200"/>
              <a:chExt cx="810670" cy="1177525"/>
            </a:xfrm>
          </p:grpSpPr>
          <p:pic>
            <p:nvPicPr>
              <p:cNvPr id="1289" name="Google Shape;1289;p6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5105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90" name="Google Shape;1290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91" name="Google Shape;1291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92" name="Google Shape;1292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93" name="Google Shape;1293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294" name="Google Shape;1294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295" name="Google Shape;1295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296" name="Google Shape;1296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97" name="Google Shape;1297;p65"/>
            <p:cNvGrpSpPr/>
            <p:nvPr/>
          </p:nvGrpSpPr>
          <p:grpSpPr>
            <a:xfrm>
              <a:off x="7996075" y="2176913"/>
              <a:ext cx="810670" cy="1177525"/>
              <a:chOff x="8024650" y="3521200"/>
              <a:chExt cx="810670" cy="1177525"/>
            </a:xfrm>
          </p:grpSpPr>
          <p:pic>
            <p:nvPicPr>
              <p:cNvPr id="1298" name="Google Shape;1298;p6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299" name="Google Shape;1299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00" name="Google Shape;1300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01" name="Google Shape;1301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02" name="Google Shape;1302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03" name="Google Shape;1303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04" name="Google Shape;1304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05" name="Google Shape;1305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06" name="Google Shape;1306;p65"/>
            <p:cNvGrpSpPr/>
            <p:nvPr/>
          </p:nvGrpSpPr>
          <p:grpSpPr>
            <a:xfrm>
              <a:off x="7996075" y="832638"/>
              <a:ext cx="810670" cy="1177525"/>
              <a:chOff x="8024650" y="3521200"/>
              <a:chExt cx="810670" cy="1177525"/>
            </a:xfrm>
          </p:grpSpPr>
          <p:pic>
            <p:nvPicPr>
              <p:cNvPr id="1307" name="Google Shape;1307;p6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08" name="Google Shape;1308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09" name="Google Shape;1309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10" name="Google Shape;1310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11" name="Google Shape;1311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12" name="Google Shape;1312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13" name="Google Shape;1313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14" name="Google Shape;1314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15" name="Google Shape;1315;p65"/>
            <p:cNvGrpSpPr/>
            <p:nvPr/>
          </p:nvGrpSpPr>
          <p:grpSpPr>
            <a:xfrm>
              <a:off x="4335105" y="778000"/>
              <a:ext cx="810670" cy="1177525"/>
              <a:chOff x="4335105" y="3521200"/>
              <a:chExt cx="810670" cy="1177525"/>
            </a:xfrm>
          </p:grpSpPr>
          <p:pic>
            <p:nvPicPr>
              <p:cNvPr id="1316" name="Google Shape;1316;p6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5105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17" name="Google Shape;1317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18" name="Google Shape;1318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19" name="Google Shape;1319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20" name="Google Shape;1320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4491495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21" name="Google Shape;1321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22" name="Google Shape;1322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23" name="Google Shape;1323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791158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24" name="Google Shape;1324;p65"/>
            <p:cNvGrpSpPr/>
            <p:nvPr/>
          </p:nvGrpSpPr>
          <p:grpSpPr>
            <a:xfrm>
              <a:off x="6165587" y="832638"/>
              <a:ext cx="810670" cy="1177525"/>
              <a:chOff x="8024650" y="3521200"/>
              <a:chExt cx="810670" cy="1177525"/>
            </a:xfrm>
          </p:grpSpPr>
          <p:pic>
            <p:nvPicPr>
              <p:cNvPr id="1325" name="Google Shape;1325;p6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26" name="Google Shape;1326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27" name="Google Shape;1327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28" name="Google Shape;1328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29" name="Google Shape;1329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30" name="Google Shape;1330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31" name="Google Shape;1331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32" name="Google Shape;1332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33" name="Google Shape;1333;p65"/>
            <p:cNvGrpSpPr/>
            <p:nvPr/>
          </p:nvGrpSpPr>
          <p:grpSpPr>
            <a:xfrm>
              <a:off x="6179925" y="3521188"/>
              <a:ext cx="810670" cy="1177525"/>
              <a:chOff x="8024650" y="3521200"/>
              <a:chExt cx="810670" cy="1177525"/>
            </a:xfrm>
          </p:grpSpPr>
          <p:pic>
            <p:nvPicPr>
              <p:cNvPr id="1334" name="Google Shape;1334;p65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024650" y="3521200"/>
                <a:ext cx="810670" cy="1177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35" name="Google Shape;1335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412671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36" name="Google Shape;1336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4198039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37" name="Google Shape;1337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983412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hard drive" id="1338" name="Google Shape;1338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14056" r="12077" t="0"/>
              <a:stretch/>
            </p:blipFill>
            <p:spPr>
              <a:xfrm rot="5400000">
                <a:off x="8181040" y="3759528"/>
                <a:ext cx="186698" cy="2498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39" name="Google Shape;1339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229614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40" name="Google Shape;1340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40357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 result for cpu icon" id="1341" name="Google Shape;1341;p6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480703" y="3841816"/>
                <a:ext cx="158529" cy="1639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342" name="Google Shape;1342;p65"/>
            <p:cNvCxnSpPr>
              <a:stCxn id="1289" idx="3"/>
              <a:endCxn id="1266" idx="1"/>
            </p:cNvCxnSpPr>
            <p:nvPr/>
          </p:nvCxnSpPr>
          <p:spPr>
            <a:xfrm>
              <a:off x="5145775" y="2738362"/>
              <a:ext cx="772800" cy="27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1343" name="Google Shape;1343;p65"/>
            <p:cNvCxnSpPr>
              <a:stCxn id="1316" idx="3"/>
              <a:endCxn id="1266" idx="0"/>
            </p:cNvCxnSpPr>
            <p:nvPr/>
          </p:nvCxnSpPr>
          <p:spPr>
            <a:xfrm>
              <a:off x="5145775" y="1366762"/>
              <a:ext cx="1425300" cy="120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1344" name="Google Shape;1344;p65"/>
            <p:cNvCxnSpPr>
              <a:stCxn id="1266" idx="0"/>
              <a:endCxn id="1307" idx="1"/>
            </p:cNvCxnSpPr>
            <p:nvPr/>
          </p:nvCxnSpPr>
          <p:spPr>
            <a:xfrm flipH="1" rot="10800000">
              <a:off x="6570925" y="1420987"/>
              <a:ext cx="1425300" cy="11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1345" name="Google Shape;1345;p65"/>
            <p:cNvCxnSpPr>
              <a:stCxn id="1334" idx="0"/>
              <a:endCxn id="1266" idx="2"/>
            </p:cNvCxnSpPr>
            <p:nvPr/>
          </p:nvCxnSpPr>
          <p:spPr>
            <a:xfrm rot="10800000">
              <a:off x="6571160" y="2959588"/>
              <a:ext cx="14100" cy="561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cxnSp>
          <p:nvCxnSpPr>
            <p:cNvPr id="1346" name="Google Shape;1346;p65"/>
            <p:cNvCxnSpPr>
              <a:stCxn id="1298" idx="1"/>
              <a:endCxn id="1266" idx="3"/>
            </p:cNvCxnSpPr>
            <p:nvPr/>
          </p:nvCxnSpPr>
          <p:spPr>
            <a:xfrm rot="10800000">
              <a:off x="7223275" y="2765675"/>
              <a:ext cx="772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</p:grpSp>
      <p:sp>
        <p:nvSpPr>
          <p:cNvPr id="1347" name="Google Shape;1347;p65"/>
          <p:cNvSpPr/>
          <p:nvPr/>
        </p:nvSpPr>
        <p:spPr>
          <a:xfrm>
            <a:off x="2965625" y="4055925"/>
            <a:ext cx="1039500" cy="47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Distribuído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65"/>
          <p:cNvSpPr/>
          <p:nvPr/>
        </p:nvSpPr>
        <p:spPr>
          <a:xfrm>
            <a:off x="2965625" y="4513125"/>
            <a:ext cx="1039500" cy="47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Barato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65"/>
          <p:cNvSpPr/>
          <p:nvPr/>
        </p:nvSpPr>
        <p:spPr>
          <a:xfrm>
            <a:off x="2965625" y="3598725"/>
            <a:ext cx="1039500" cy="47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Escalável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hadoop hdfs" id="1350" name="Google Shape;1350;p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75725" y="1594076"/>
            <a:ext cx="1209575" cy="5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6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HDFS: GFS para todos</a:t>
            </a:r>
            <a:endParaRPr/>
          </a:p>
        </p:txBody>
      </p:sp>
      <p:sp>
        <p:nvSpPr>
          <p:cNvPr id="1356" name="Google Shape;1356;p66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Distribuído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Escalável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Barato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Tolerante a falhas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Alto throughput </a:t>
            </a:r>
            <a:endParaRPr/>
          </a:p>
        </p:txBody>
      </p:sp>
      <p:pic>
        <p:nvPicPr>
          <p:cNvPr descr="Image result for hadoop hdfs" id="1357" name="Google Shape;135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50" y="981988"/>
            <a:ext cx="2517375" cy="118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6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HDFS: GFS para todos</a:t>
            </a:r>
            <a:endParaRPr/>
          </a:p>
        </p:txBody>
      </p:sp>
      <p:sp>
        <p:nvSpPr>
          <p:cNvPr id="1363" name="Google Shape;1363;p67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Distribuído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Escalável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Barato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Tolerante a falhas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Alto throughput </a:t>
            </a:r>
            <a:endParaRPr/>
          </a:p>
        </p:txBody>
      </p:sp>
      <p:pic>
        <p:nvPicPr>
          <p:cNvPr descr="Image result for hadoop hdfs" id="1364" name="Google Shape;136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50" y="981988"/>
            <a:ext cx="2517375" cy="118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67"/>
          <p:cNvPicPr preferRelativeResize="0"/>
          <p:nvPr/>
        </p:nvPicPr>
        <p:blipFill rotWithShape="1">
          <a:blip r:embed="rId4">
            <a:alphaModFix/>
          </a:blip>
          <a:srcRect b="11845" l="5601" r="7145" t="14667"/>
          <a:stretch/>
        </p:blipFill>
        <p:spPr>
          <a:xfrm>
            <a:off x="2892950" y="2533300"/>
            <a:ext cx="5553274" cy="250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6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HDFS: GFS para todos</a:t>
            </a:r>
            <a:endParaRPr/>
          </a:p>
        </p:txBody>
      </p:sp>
      <p:sp>
        <p:nvSpPr>
          <p:cNvPr id="1371" name="Google Shape;1371;p68"/>
          <p:cNvSpPr txBox="1"/>
          <p:nvPr>
            <p:ph idx="1" type="body"/>
          </p:nvPr>
        </p:nvSpPr>
        <p:spPr>
          <a:xfrm>
            <a:off x="199750" y="706402"/>
            <a:ext cx="8944200" cy="2975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Distribuído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Escalável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Barato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Tolerante a falhas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Alto </a:t>
            </a:r>
            <a:r>
              <a:rPr b="1" i="1" lang="pt-BR"/>
              <a:t>throughput </a:t>
            </a:r>
            <a:endParaRPr sz="1700">
              <a:solidFill>
                <a:srgbClr val="FF0000"/>
              </a:solidFill>
            </a:endParaRPr>
          </a:p>
        </p:txBody>
      </p:sp>
      <p:pic>
        <p:nvPicPr>
          <p:cNvPr descr="Image result for hadoop hdfs" id="1372" name="Google Shape;137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50" y="981988"/>
            <a:ext cx="2517375" cy="118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6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HDFS: GFS para todos</a:t>
            </a:r>
            <a:endParaRPr/>
          </a:p>
        </p:txBody>
      </p:sp>
      <p:sp>
        <p:nvSpPr>
          <p:cNvPr id="1378" name="Google Shape;1378;p69"/>
          <p:cNvSpPr txBox="1"/>
          <p:nvPr>
            <p:ph idx="1" type="body"/>
          </p:nvPr>
        </p:nvSpPr>
        <p:spPr>
          <a:xfrm>
            <a:off x="199750" y="706402"/>
            <a:ext cx="8944200" cy="2975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Distribuído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Escalável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Barato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Tolerante a falhas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Alto </a:t>
            </a:r>
            <a:r>
              <a:rPr b="1" i="1" lang="pt-BR"/>
              <a:t>throughput </a:t>
            </a:r>
            <a:endParaRPr b="1" i="1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pt-BR" sz="1300"/>
              <a:t>Latência: ?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pt-BR" sz="1300"/>
              <a:t>Throughput: ?</a:t>
            </a:r>
            <a:endParaRPr sz="1700">
              <a:solidFill>
                <a:srgbClr val="FF0000"/>
              </a:solidFill>
            </a:endParaRPr>
          </a:p>
        </p:txBody>
      </p:sp>
      <p:pic>
        <p:nvPicPr>
          <p:cNvPr descr="Image result for hadoop hdfs" id="1379" name="Google Shape;137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50" y="981988"/>
            <a:ext cx="2517375" cy="118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7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HDFS: GFS para todos</a:t>
            </a:r>
            <a:endParaRPr/>
          </a:p>
        </p:txBody>
      </p:sp>
      <p:sp>
        <p:nvSpPr>
          <p:cNvPr id="1385" name="Google Shape;1385;p70"/>
          <p:cNvSpPr txBox="1"/>
          <p:nvPr>
            <p:ph idx="1" type="body"/>
          </p:nvPr>
        </p:nvSpPr>
        <p:spPr>
          <a:xfrm>
            <a:off x="199750" y="706402"/>
            <a:ext cx="8944200" cy="2975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Distribuído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Escalável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Barato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Tolerante a falhas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Alto </a:t>
            </a:r>
            <a:r>
              <a:rPr b="1" i="1" lang="pt-BR"/>
              <a:t>throughput </a:t>
            </a:r>
            <a:endParaRPr b="1" i="1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pt-BR" sz="1300"/>
              <a:t>Latência: </a:t>
            </a:r>
            <a:r>
              <a:rPr lang="pt-BR" sz="1300"/>
              <a:t>Tempo para recuperar o primeiro registro (menor é melhor)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pt-BR" sz="1300"/>
              <a:t>Throughput: </a:t>
            </a:r>
            <a:r>
              <a:rPr lang="pt-BR" sz="1300"/>
              <a:t>Número de registros processados por unidade de tempo (maior é melhor)</a:t>
            </a:r>
            <a:endParaRPr sz="1700">
              <a:solidFill>
                <a:srgbClr val="FF0000"/>
              </a:solidFill>
            </a:endParaRPr>
          </a:p>
        </p:txBody>
      </p:sp>
      <p:pic>
        <p:nvPicPr>
          <p:cNvPr descr="Image result for hadoop hdfs" id="1386" name="Google Shape;138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50" y="981988"/>
            <a:ext cx="2517375" cy="118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7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HDFS: GFS para todos</a:t>
            </a:r>
            <a:endParaRPr/>
          </a:p>
        </p:txBody>
      </p:sp>
      <p:sp>
        <p:nvSpPr>
          <p:cNvPr id="1392" name="Google Shape;1392;p71"/>
          <p:cNvSpPr txBox="1"/>
          <p:nvPr>
            <p:ph idx="1" type="body"/>
          </p:nvPr>
        </p:nvSpPr>
        <p:spPr>
          <a:xfrm>
            <a:off x="199750" y="3492599"/>
            <a:ext cx="8944200" cy="16509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pt-BR" sz="1600">
                <a:solidFill>
                  <a:srgbClr val="FF0000"/>
                </a:solidFill>
              </a:rPr>
              <a:t>Hadoop foi projetado para </a:t>
            </a:r>
            <a:r>
              <a:rPr b="1" lang="pt-BR" sz="1600">
                <a:solidFill>
                  <a:srgbClr val="FF0000"/>
                </a:solidFill>
              </a:rPr>
              <a:t>maximizar</a:t>
            </a:r>
            <a:r>
              <a:rPr lang="pt-BR" sz="1600">
                <a:solidFill>
                  <a:srgbClr val="FF0000"/>
                </a:solidFill>
              </a:rPr>
              <a:t> o </a:t>
            </a:r>
            <a:r>
              <a:rPr b="1" i="1" lang="pt-BR" sz="1600">
                <a:solidFill>
                  <a:srgbClr val="FF0000"/>
                </a:solidFill>
              </a:rPr>
              <a:t>throughput.</a:t>
            </a:r>
            <a:r>
              <a:rPr b="1" lang="pt-BR" sz="1600">
                <a:solidFill>
                  <a:srgbClr val="FF0000"/>
                </a:solidFill>
              </a:rPr>
              <a:t> </a:t>
            </a:r>
            <a:r>
              <a:rPr lang="pt-BR" sz="1600">
                <a:solidFill>
                  <a:srgbClr val="FF0000"/>
                </a:solidFill>
              </a:rPr>
              <a:t>Tornou-se popular para cenários proc. batch.</a:t>
            </a:r>
            <a:endParaRPr sz="1600">
              <a:solidFill>
                <a:srgbClr val="FF0000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pt-BR" sz="1600">
                <a:solidFill>
                  <a:srgbClr val="FF0000"/>
                </a:solidFill>
              </a:rPr>
              <a:t>Hadoop </a:t>
            </a:r>
            <a:r>
              <a:rPr b="1" lang="pt-BR" sz="1600">
                <a:solidFill>
                  <a:srgbClr val="FF0000"/>
                </a:solidFill>
              </a:rPr>
              <a:t>não oferece baixa latência</a:t>
            </a:r>
            <a:r>
              <a:rPr lang="pt-BR" sz="1600">
                <a:solidFill>
                  <a:srgbClr val="FF0000"/>
                </a:solidFill>
              </a:rPr>
              <a:t>, o que prejudica o uso em cenários interativos</a:t>
            </a:r>
            <a:endParaRPr sz="1600">
              <a:solidFill>
                <a:srgbClr val="FF0000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1600"/>
              </a:spcAft>
              <a:buClr>
                <a:srgbClr val="FF0000"/>
              </a:buClr>
              <a:buSzPts val="1700"/>
              <a:buChar char="●"/>
            </a:pPr>
            <a:r>
              <a:rPr lang="pt-BR" sz="1600">
                <a:solidFill>
                  <a:srgbClr val="FF0000"/>
                </a:solidFill>
              </a:rPr>
              <a:t>Apache Spark, por exemplo, é uma solução interativa que veio após o Hadoop</a:t>
            </a:r>
            <a:endParaRPr sz="1700">
              <a:solidFill>
                <a:srgbClr val="FF0000"/>
              </a:solidFill>
            </a:endParaRPr>
          </a:p>
        </p:txBody>
      </p:sp>
      <p:pic>
        <p:nvPicPr>
          <p:cNvPr descr="Image result for hadoop hdfs" id="1393" name="Google Shape;139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50" y="981988"/>
            <a:ext cx="2517375" cy="118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71"/>
          <p:cNvSpPr txBox="1"/>
          <p:nvPr>
            <p:ph idx="1" type="body"/>
          </p:nvPr>
        </p:nvSpPr>
        <p:spPr>
          <a:xfrm>
            <a:off x="199750" y="706402"/>
            <a:ext cx="8944200" cy="2975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Distribuído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Escalável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Barato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Tolerante a falhas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Alto </a:t>
            </a:r>
            <a:r>
              <a:rPr b="1" i="1" lang="pt-BR"/>
              <a:t>throughput </a:t>
            </a:r>
            <a:endParaRPr b="1" i="1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pt-BR" sz="1300"/>
              <a:t>Latência: </a:t>
            </a:r>
            <a:r>
              <a:rPr lang="pt-BR" sz="1300"/>
              <a:t>Tempo para recuperar o primeiro registro (menor é melhor)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pt-BR" sz="1300"/>
              <a:t>Throughput: </a:t>
            </a:r>
            <a:r>
              <a:rPr lang="pt-BR" sz="1300"/>
              <a:t>Número de registros processados por unidade de tempo (maior é melhor)</a:t>
            </a:r>
            <a:endParaRPr sz="17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72"/>
          <p:cNvSpPr/>
          <p:nvPr/>
        </p:nvSpPr>
        <p:spPr>
          <a:xfrm>
            <a:off x="2282400" y="1889850"/>
            <a:ext cx="45792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7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Estrutura do Framework - v0.1.*</a:t>
            </a:r>
            <a:endParaRPr/>
          </a:p>
        </p:txBody>
      </p:sp>
      <p:sp>
        <p:nvSpPr>
          <p:cNvPr id="1401" name="Google Shape;1401;p72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02" name="Google Shape;1402;p72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403" name="Google Shape;1403;p72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404" name="Google Shape;1404;p72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405" name="Google Shape;140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06" name="Google Shape;140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07" name="Google Shape;140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08" name="Google Shape;140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09" name="Google Shape;140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0" name="Google Shape;141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1" name="Google Shape;141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2" name="Google Shape;141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3" name="Google Shape;141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4" name="Google Shape;141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5" name="Google Shape;141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6" name="Google Shape;141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7" name="Google Shape;141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8" name="Google Shape;141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19" name="Google Shape;141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20" name="Google Shape;142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21" name="Google Shape;142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22" name="Google Shape;142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23" name="Google Shape;142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24" name="Google Shape;142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72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73"/>
          <p:cNvSpPr/>
          <p:nvPr/>
        </p:nvSpPr>
        <p:spPr>
          <a:xfrm>
            <a:off x="2282400" y="1889850"/>
            <a:ext cx="45792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7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Estrutura do Framework - v0.1.*</a:t>
            </a:r>
            <a:endParaRPr/>
          </a:p>
        </p:txBody>
      </p:sp>
      <p:sp>
        <p:nvSpPr>
          <p:cNvPr id="1432" name="Google Shape;1432;p73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3" name="Google Shape;1433;p73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434" name="Google Shape;1434;p73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435" name="Google Shape;1435;p73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  <p:sp>
        <p:nvSpPr>
          <p:cNvPr id="1436" name="Google Shape;1436;p73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437" name="Google Shape;14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38" name="Google Shape;143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39" name="Google Shape;143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0" name="Google Shape;144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1" name="Google Shape;144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2" name="Google Shape;144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3" name="Google Shape;144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4" name="Google Shape;144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5" name="Google Shape;144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6" name="Google Shape;144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7" name="Google Shape;144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8" name="Google Shape;144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49" name="Google Shape;144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50" name="Google Shape;145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51" name="Google Shape;145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52" name="Google Shape;145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53" name="Google Shape;145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54" name="Google Shape;145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55" name="Google Shape;145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56" name="Google Shape;145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74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1462" name="Google Shape;146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3" name="Google Shape;1463;p74"/>
          <p:cNvCxnSpPr>
            <a:stCxn id="1462" idx="3"/>
            <a:endCxn id="1464" idx="0"/>
          </p:cNvCxnSpPr>
          <p:nvPr/>
        </p:nvCxnSpPr>
        <p:spPr>
          <a:xfrm>
            <a:off x="1744525" y="1217513"/>
            <a:ext cx="2573100" cy="146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cog" id="1465" name="Google Shape;146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0375" y="749338"/>
            <a:ext cx="1009000" cy="100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7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1467" name="Google Shape;1467;p74"/>
          <p:cNvSpPr txBox="1"/>
          <p:nvPr>
            <p:ph type="title"/>
          </p:nvPr>
        </p:nvSpPr>
        <p:spPr>
          <a:xfrm>
            <a:off x="2580417" y="4783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  <p:pic>
        <p:nvPicPr>
          <p:cNvPr descr="Image result for mapreduce logo" id="1468" name="Google Shape;1468;p74"/>
          <p:cNvPicPr preferRelativeResize="0"/>
          <p:nvPr/>
        </p:nvPicPr>
        <p:blipFill rotWithShape="1">
          <a:blip r:embed="rId5">
            <a:alphaModFix/>
          </a:blip>
          <a:srcRect b="6491" l="7711" r="5051" t="3345"/>
          <a:stretch/>
        </p:blipFill>
        <p:spPr>
          <a:xfrm>
            <a:off x="6605913" y="632392"/>
            <a:ext cx="2276759" cy="63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74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469" name="Google Shape;1469;p74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470" name="Google Shape;1470;p74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  <p:sp>
        <p:nvSpPr>
          <p:cNvPr id="1471" name="Google Shape;1471;p74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472" name="Google Shape;1472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73" name="Google Shape;1473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74" name="Google Shape;1474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75" name="Google Shape;1475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76" name="Google Shape;147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77" name="Google Shape;1477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78" name="Google Shape;1478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79" name="Google Shape;147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0" name="Google Shape;1480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1" name="Google Shape;148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2" name="Google Shape;1482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3" name="Google Shape;1483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4" name="Google Shape;1484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5" name="Google Shape;1485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6" name="Google Shape;148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7" name="Google Shape;1487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8" name="Google Shape;1488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89" name="Google Shape;148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90" name="Google Shape;1490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491" name="Google Shape;149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75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1497" name="Google Shape;149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8" name="Google Shape;1498;p75"/>
          <p:cNvCxnSpPr>
            <a:stCxn id="1497" idx="3"/>
            <a:endCxn id="1499" idx="0"/>
          </p:cNvCxnSpPr>
          <p:nvPr/>
        </p:nvCxnSpPr>
        <p:spPr>
          <a:xfrm>
            <a:off x="1744525" y="1217513"/>
            <a:ext cx="2573100" cy="146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0" name="Google Shape;1500;p7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1501" name="Google Shape;1501;p75"/>
          <p:cNvSpPr txBox="1"/>
          <p:nvPr>
            <p:ph type="title"/>
          </p:nvPr>
        </p:nvSpPr>
        <p:spPr>
          <a:xfrm>
            <a:off x="2580417" y="4783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  <p:pic>
        <p:nvPicPr>
          <p:cNvPr descr="Image result for mapreduce logo" id="1502" name="Google Shape;1502;p75"/>
          <p:cNvPicPr preferRelativeResize="0"/>
          <p:nvPr/>
        </p:nvPicPr>
        <p:blipFill rotWithShape="1">
          <a:blip r:embed="rId4">
            <a:alphaModFix/>
          </a:blip>
          <a:srcRect b="6491" l="7711" r="5051" t="3345"/>
          <a:stretch/>
        </p:blipFill>
        <p:spPr>
          <a:xfrm>
            <a:off x="6605913" y="632392"/>
            <a:ext cx="2276759" cy="63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75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503" name="Google Shape;1503;p75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504" name="Google Shape;1504;p75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  <p:pic>
        <p:nvPicPr>
          <p:cNvPr descr="Image result for cog" id="1505" name="Google Shape;1505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3075" y="2330413"/>
            <a:ext cx="1009000" cy="100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75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507" name="Google Shape;1507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08" name="Google Shape;1508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09" name="Google Shape;1509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0" name="Google Shape;1510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1" name="Google Shape;1511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2" name="Google Shape;1512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3" name="Google Shape;1513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4" name="Google Shape;1514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5" name="Google Shape;1515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6" name="Google Shape;1516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7" name="Google Shape;1517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8" name="Google Shape;1518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19" name="Google Shape;1519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20" name="Google Shape;1520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21" name="Google Shape;1521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22" name="Google Shape;1522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23" name="Google Shape;1523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24" name="Google Shape;1524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25" name="Google Shape;1525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26" name="Google Shape;1526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76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532" name="Google Shape;1532;p76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533" name="Google Shape;1533;p76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  <p:sp>
        <p:nvSpPr>
          <p:cNvPr id="1534" name="Google Shape;1534;p76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1535" name="Google Shape;153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6" name="Google Shape;1536;p76"/>
          <p:cNvCxnSpPr>
            <a:stCxn id="1535" idx="3"/>
            <a:endCxn id="1531" idx="0"/>
          </p:cNvCxnSpPr>
          <p:nvPr/>
        </p:nvCxnSpPr>
        <p:spPr>
          <a:xfrm>
            <a:off x="1744525" y="1217513"/>
            <a:ext cx="2573100" cy="146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7" name="Google Shape;1537;p7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1538" name="Google Shape;1538;p76"/>
          <p:cNvSpPr txBox="1"/>
          <p:nvPr>
            <p:ph type="title"/>
          </p:nvPr>
        </p:nvSpPr>
        <p:spPr>
          <a:xfrm>
            <a:off x="2580417" y="4783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  <p:pic>
        <p:nvPicPr>
          <p:cNvPr descr="Image result for mapreduce logo" id="1539" name="Google Shape;1539;p76"/>
          <p:cNvPicPr preferRelativeResize="0"/>
          <p:nvPr/>
        </p:nvPicPr>
        <p:blipFill rotWithShape="1">
          <a:blip r:embed="rId4">
            <a:alphaModFix/>
          </a:blip>
          <a:srcRect b="6491" l="7711" r="5051" t="3345"/>
          <a:stretch/>
        </p:blipFill>
        <p:spPr>
          <a:xfrm>
            <a:off x="6605913" y="632392"/>
            <a:ext cx="2276759" cy="63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76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541" name="Google Shape;1541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42" name="Google Shape;1542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43" name="Google Shape;1543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44" name="Google Shape;1544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45" name="Google Shape;1545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46" name="Google Shape;1546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47" name="Google Shape;154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48" name="Google Shape;1548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49" name="Google Shape;1549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0" name="Google Shape;155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1" name="Google Shape;1551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2" name="Google Shape;1552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3" name="Google Shape;1553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4" name="Google Shape;1554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5" name="Google Shape;1555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6" name="Google Shape;1556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7" name="Google Shape;155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8" name="Google Shape;1558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59" name="Google Shape;1559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60" name="Google Shape;156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61" name="Google Shape;1561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3925" y="3166125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62" name="Google Shape;1562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2083" y="3166125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63" name="Google Shape;1563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8550" y="3166125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64" name="Google Shape;1564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5016" y="3166125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65" name="Google Shape;1565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3174" y="3166125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66" name="Google Shape;1566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0284" y="3178544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67" name="Google Shape;156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8442" y="3178544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68" name="Google Shape;1568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4909" y="3178544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69" name="Google Shape;156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1375" y="3178544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70" name="Google Shape;1570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9533" y="3178544"/>
            <a:ext cx="271891" cy="22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77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576" name="Google Shape;1576;p77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577" name="Google Shape;1577;p77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  <p:sp>
        <p:nvSpPr>
          <p:cNvPr id="1578" name="Google Shape;1578;p77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1579" name="Google Shape;157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0" name="Google Shape;1580;p77"/>
          <p:cNvCxnSpPr>
            <a:stCxn id="1579" idx="3"/>
            <a:endCxn id="1575" idx="0"/>
          </p:cNvCxnSpPr>
          <p:nvPr/>
        </p:nvCxnSpPr>
        <p:spPr>
          <a:xfrm>
            <a:off x="1744525" y="1217513"/>
            <a:ext cx="2573100" cy="146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cog" id="1581" name="Google Shape;158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3925" y="3881000"/>
            <a:ext cx="271891" cy="223281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7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1583" name="Google Shape;1583;p77"/>
          <p:cNvSpPr txBox="1"/>
          <p:nvPr>
            <p:ph type="title"/>
          </p:nvPr>
        </p:nvSpPr>
        <p:spPr>
          <a:xfrm>
            <a:off x="2580417" y="4783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  <p:pic>
        <p:nvPicPr>
          <p:cNvPr descr="Image result for mapreduce logo" id="1584" name="Google Shape;1584;p77"/>
          <p:cNvPicPr preferRelativeResize="0"/>
          <p:nvPr/>
        </p:nvPicPr>
        <p:blipFill rotWithShape="1">
          <a:blip r:embed="rId5">
            <a:alphaModFix/>
          </a:blip>
          <a:srcRect b="6491" l="7711" r="5051" t="3345"/>
          <a:stretch/>
        </p:blipFill>
        <p:spPr>
          <a:xfrm>
            <a:off x="6605913" y="632392"/>
            <a:ext cx="2276759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85" name="Google Shape;158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2083" y="3881000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86" name="Google Shape;158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8550" y="3881000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87" name="Google Shape;158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5016" y="3881000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88" name="Google Shape;158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3174" y="3881000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89" name="Google Shape;158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0284" y="3893419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90" name="Google Shape;159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8442" y="3893419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91" name="Google Shape;159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4909" y="3893419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92" name="Google Shape;159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375" y="3893419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593" name="Google Shape;159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9533" y="3893419"/>
            <a:ext cx="271891" cy="223281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77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595" name="Google Shape;1595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96" name="Google Shape;1596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97" name="Google Shape;1597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98" name="Google Shape;1598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599" name="Google Shape;1599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0" name="Google Shape;1600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1" name="Google Shape;1601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2" name="Google Shape;1602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3" name="Google Shape;1603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4" name="Google Shape;1604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5" name="Google Shape;1605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6" name="Google Shape;1606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7" name="Google Shape;1607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8" name="Google Shape;1608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09" name="Google Shape;1609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10" name="Google Shape;1610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11" name="Google Shape;1611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12" name="Google Shape;1612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13" name="Google Shape;1613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14" name="Google Shape;1614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78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620" name="Google Shape;1620;p78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621" name="Google Shape;1621;p78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  <p:sp>
        <p:nvSpPr>
          <p:cNvPr id="1622" name="Google Shape;1622;p78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1623" name="Google Shape;162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4" name="Google Shape;1624;p78"/>
          <p:cNvCxnSpPr>
            <a:stCxn id="1623" idx="3"/>
            <a:endCxn id="1619" idx="0"/>
          </p:cNvCxnSpPr>
          <p:nvPr/>
        </p:nvCxnSpPr>
        <p:spPr>
          <a:xfrm>
            <a:off x="1744525" y="1217513"/>
            <a:ext cx="2573100" cy="146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Image result for cog" id="1625" name="Google Shape;162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2225" y="4318325"/>
            <a:ext cx="271891" cy="223281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7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1627" name="Google Shape;1627;p78"/>
          <p:cNvSpPr txBox="1"/>
          <p:nvPr>
            <p:ph type="title"/>
          </p:nvPr>
        </p:nvSpPr>
        <p:spPr>
          <a:xfrm>
            <a:off x="2580417" y="4783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  <p:pic>
        <p:nvPicPr>
          <p:cNvPr descr="Image result for mapreduce logo" id="1628" name="Google Shape;1628;p78"/>
          <p:cNvPicPr preferRelativeResize="0"/>
          <p:nvPr/>
        </p:nvPicPr>
        <p:blipFill rotWithShape="1">
          <a:blip r:embed="rId5">
            <a:alphaModFix/>
          </a:blip>
          <a:srcRect b="6491" l="7711" r="5051" t="3345"/>
          <a:stretch/>
        </p:blipFill>
        <p:spPr>
          <a:xfrm>
            <a:off x="6605913" y="632392"/>
            <a:ext cx="2276759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629" name="Google Shape;1629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0383" y="4318325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630" name="Google Shape;163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850" y="4318325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631" name="Google Shape;163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3316" y="4318325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632" name="Google Shape;163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1474" y="4318325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633" name="Google Shape;1633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584" y="4330744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634" name="Google Shape;163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6742" y="4330744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635" name="Google Shape;163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3209" y="4330744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636" name="Google Shape;163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9675" y="4330744"/>
            <a:ext cx="271891" cy="223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1637" name="Google Shape;163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7833" y="4330744"/>
            <a:ext cx="271891" cy="22328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78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639" name="Google Shape;1639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0" name="Google Shape;1640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1" name="Google Shape;1641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2" name="Google Shape;1642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3" name="Google Shape;1643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4" name="Google Shape;1644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5" name="Google Shape;1645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6" name="Google Shape;1646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7" name="Google Shape;1647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8" name="Google Shape;1648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49" name="Google Shape;1649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50" name="Google Shape;1650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51" name="Google Shape;1651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52" name="Google Shape;1652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53" name="Google Shape;1653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54" name="Google Shape;1654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55" name="Google Shape;1655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56" name="Google Shape;1656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57" name="Google Shape;1657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58" name="Google Shape;1658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79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664" name="Google Shape;1664;p79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665" name="Google Shape;1665;p79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666" name="Google Shape;166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67" name="Google Shape;166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68" name="Google Shape;166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69" name="Google Shape;166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70" name="Google Shape;167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71" name="Google Shape;167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72" name="Google Shape;167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73" name="Google Shape;167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74" name="Google Shape;167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75" name="Google Shape;16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76" name="Google Shape;167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77" name="Google Shape;167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78" name="Google Shape;167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79" name="Google Shape;167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80" name="Google Shape;168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81" name="Google Shape;168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82" name="Google Shape;168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83" name="Google Shape;168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84" name="Google Shape;168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685" name="Google Shape;168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686" name="Google Shape;1686;p79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  <p:sp>
        <p:nvSpPr>
          <p:cNvPr id="1687" name="Google Shape;1687;p79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1688" name="Google Shape;1688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9" name="Google Shape;1689;p79"/>
          <p:cNvCxnSpPr>
            <a:stCxn id="1688" idx="3"/>
            <a:endCxn id="1663" idx="0"/>
          </p:cNvCxnSpPr>
          <p:nvPr/>
        </p:nvCxnSpPr>
        <p:spPr>
          <a:xfrm>
            <a:off x="1744525" y="1217513"/>
            <a:ext cx="2573100" cy="146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0" name="Google Shape;1690;p7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1691" name="Google Shape;1691;p79"/>
          <p:cNvSpPr txBox="1"/>
          <p:nvPr>
            <p:ph type="title"/>
          </p:nvPr>
        </p:nvSpPr>
        <p:spPr>
          <a:xfrm>
            <a:off x="2580417" y="4783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  <p:pic>
        <p:nvPicPr>
          <p:cNvPr descr="Image result for mapreduce logo" id="1692" name="Google Shape;1692;p79"/>
          <p:cNvPicPr preferRelativeResize="0"/>
          <p:nvPr/>
        </p:nvPicPr>
        <p:blipFill rotWithShape="1">
          <a:blip r:embed="rId6">
            <a:alphaModFix/>
          </a:blip>
          <a:srcRect b="6491" l="7711" r="5051" t="3345"/>
          <a:stretch/>
        </p:blipFill>
        <p:spPr>
          <a:xfrm>
            <a:off x="6605913" y="632392"/>
            <a:ext cx="2276759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93" name="Google Shape;169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94" name="Google Shape;169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95" name="Google Shape;169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96" name="Google Shape;169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97" name="Google Shape;169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98" name="Google Shape;169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699" name="Google Shape;169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00" name="Google Shape;170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01" name="Google Shape;170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02" name="Google Shape;170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03" name="Google Shape;170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04" name="Google Shape;170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05" name="Google Shape;170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06" name="Google Shape;170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07" name="Google Shape;170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08" name="Google Shape;170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09" name="Google Shape;170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10" name="Google Shape;171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11" name="Google Shape;171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12" name="Google Shape;171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80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718" name="Google Shape;1718;p80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719" name="Google Shape;1719;p80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720" name="Google Shape;172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21" name="Google Shape;172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22" name="Google Shape;172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23" name="Google Shape;172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24" name="Google Shape;172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25" name="Google Shape;172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26" name="Google Shape;172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27" name="Google Shape;172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28" name="Google Shape;172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29" name="Google Shape;172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0" name="Google Shape;173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1" name="Google Shape;173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2" name="Google Shape;173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3" name="Google Shape;173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4" name="Google Shape;173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5" name="Google Shape;173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6" name="Google Shape;173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7" name="Google Shape;173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8" name="Google Shape;173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39" name="Google Shape;173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p80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  <p:sp>
        <p:nvSpPr>
          <p:cNvPr id="1741" name="Google Shape;1741;p80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1742" name="Google Shape;1742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3" name="Google Shape;1743;p80"/>
          <p:cNvCxnSpPr>
            <a:stCxn id="1742" idx="3"/>
            <a:endCxn id="1717" idx="0"/>
          </p:cNvCxnSpPr>
          <p:nvPr/>
        </p:nvCxnSpPr>
        <p:spPr>
          <a:xfrm>
            <a:off x="1744525" y="1217513"/>
            <a:ext cx="2573100" cy="146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4" name="Google Shape;1744;p8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1745" name="Google Shape;1745;p80"/>
          <p:cNvSpPr txBox="1"/>
          <p:nvPr>
            <p:ph type="title"/>
          </p:nvPr>
        </p:nvSpPr>
        <p:spPr>
          <a:xfrm>
            <a:off x="2580417" y="4783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  <p:pic>
        <p:nvPicPr>
          <p:cNvPr descr="Image result for mapreduce logo" id="1746" name="Google Shape;1746;p80"/>
          <p:cNvPicPr preferRelativeResize="0"/>
          <p:nvPr/>
        </p:nvPicPr>
        <p:blipFill rotWithShape="1">
          <a:blip r:embed="rId6">
            <a:alphaModFix/>
          </a:blip>
          <a:srcRect b="6491" l="7711" r="5051" t="3345"/>
          <a:stretch/>
        </p:blipFill>
        <p:spPr>
          <a:xfrm>
            <a:off x="6605913" y="632392"/>
            <a:ext cx="2276759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47" name="Google Shape;174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48" name="Google Shape;174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49" name="Google Shape;174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50" name="Google Shape;175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51" name="Google Shape;175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52" name="Google Shape;175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53" name="Google Shape;175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54" name="Google Shape;175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55" name="Google Shape;175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56" name="Google Shape;175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57" name="Google Shape;175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58" name="Google Shape;175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59" name="Google Shape;175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60" name="Google Shape;176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61" name="Google Shape;176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62" name="Google Shape;176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63" name="Google Shape;176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64" name="Google Shape;176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65" name="Google Shape;176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66" name="Google Shape;176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67" name="Google Shape;1767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86224" y="3477563"/>
            <a:ext cx="489725" cy="4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81"/>
          <p:cNvSpPr/>
          <p:nvPr/>
        </p:nvSpPr>
        <p:spPr>
          <a:xfrm>
            <a:off x="2754863" y="267792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MapReduce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 sz="1300"/>
          </a:p>
        </p:txBody>
      </p:sp>
      <p:sp>
        <p:nvSpPr>
          <p:cNvPr id="1773" name="Google Shape;1773;p81"/>
          <p:cNvSpPr/>
          <p:nvPr/>
        </p:nvSpPr>
        <p:spPr>
          <a:xfrm>
            <a:off x="2754972" y="3391675"/>
            <a:ext cx="312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Sistema de Arquivos Distribuído (GFS)</a:t>
            </a:r>
            <a:endParaRPr b="1" sz="900"/>
          </a:p>
        </p:txBody>
      </p:sp>
      <p:sp>
        <p:nvSpPr>
          <p:cNvPr id="1774" name="Google Shape;1774;p81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1775" name="Google Shape;177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76" name="Google Shape;177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77" name="Google Shape;177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78" name="Google Shape;177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79" name="Google Shape;177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80" name="Google Shape;178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81" name="Google Shape;178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82" name="Google Shape;178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83" name="Google Shape;178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784" name="Google Shape;178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85" name="Google Shape;178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86" name="Google Shape;178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87" name="Google Shape;178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88" name="Google Shape;178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89" name="Google Shape;178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90" name="Google Shape;179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91" name="Google Shape;179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92" name="Google Shape;179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93" name="Google Shape;179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794" name="Google Shape;179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81"/>
          <p:cNvSpPr/>
          <p:nvPr/>
        </p:nvSpPr>
        <p:spPr>
          <a:xfrm rot="5400000">
            <a:off x="5474738" y="3134525"/>
            <a:ext cx="1371000" cy="457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Hadoop 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/>
              <a:t>Common</a:t>
            </a:r>
            <a:endParaRPr b="1" sz="900"/>
          </a:p>
        </p:txBody>
      </p:sp>
      <p:sp>
        <p:nvSpPr>
          <p:cNvPr id="1796" name="Google Shape;1796;p81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Related image" id="1797" name="Google Shape;179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300" y="632400"/>
            <a:ext cx="1170225" cy="117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8" name="Google Shape;1798;p81"/>
          <p:cNvCxnSpPr>
            <a:stCxn id="1797" idx="3"/>
            <a:endCxn id="1772" idx="0"/>
          </p:cNvCxnSpPr>
          <p:nvPr/>
        </p:nvCxnSpPr>
        <p:spPr>
          <a:xfrm>
            <a:off x="1744525" y="1217513"/>
            <a:ext cx="2573100" cy="146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99" name="Google Shape;1799;p8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MapReduce: Mover código é mais fácil que mover dados</a:t>
            </a:r>
            <a:endParaRPr/>
          </a:p>
        </p:txBody>
      </p:sp>
      <p:sp>
        <p:nvSpPr>
          <p:cNvPr id="1800" name="Google Shape;1800;p81"/>
          <p:cNvSpPr txBox="1"/>
          <p:nvPr>
            <p:ph type="title"/>
          </p:nvPr>
        </p:nvSpPr>
        <p:spPr>
          <a:xfrm>
            <a:off x="2580417" y="478350"/>
            <a:ext cx="2827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MapReduce Job</a:t>
            </a:r>
            <a:endParaRPr sz="1700"/>
          </a:p>
        </p:txBody>
      </p:sp>
      <p:pic>
        <p:nvPicPr>
          <p:cNvPr descr="Image result for mapreduce logo" id="1801" name="Google Shape;1801;p81"/>
          <p:cNvPicPr preferRelativeResize="0"/>
          <p:nvPr/>
        </p:nvPicPr>
        <p:blipFill rotWithShape="1">
          <a:blip r:embed="rId6">
            <a:alphaModFix/>
          </a:blip>
          <a:srcRect b="6491" l="7711" r="5051" t="3345"/>
          <a:stretch/>
        </p:blipFill>
        <p:spPr>
          <a:xfrm>
            <a:off x="6605913" y="632392"/>
            <a:ext cx="2276759" cy="63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02" name="Google Shape;180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03" name="Google Shape;180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04" name="Google Shape;180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05" name="Google Shape;180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06" name="Google Shape;180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07" name="Google Shape;180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08" name="Google Shape;180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09" name="Google Shape;180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10" name="Google Shape;181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1811" name="Google Shape;181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12" name="Google Shape;181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13" name="Google Shape;181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14" name="Google Shape;181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15" name="Google Shape;181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16" name="Google Shape;181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17" name="Google Shape;181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18" name="Google Shape;181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19" name="Google Shape;181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20" name="Google Shape;182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21" name="Google Shape;182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1822" name="Google Shape;1822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6749" y="705188"/>
            <a:ext cx="489725" cy="4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8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1828" name="Google Shape;1828;p82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1829" name="Google Shape;1829;p82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0" name="Google Shape;1830;p82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1831" name="Google Shape;1831;p82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832" name="Google Shape;1832;p82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833" name="Google Shape;1833;p82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34" name="Google Shape;1834;p82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35" name="Google Shape;1835;p82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1836" name="Google Shape;183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7" name="Google Shape;1837;p82"/>
          <p:cNvGrpSpPr/>
          <p:nvPr/>
        </p:nvGrpSpPr>
        <p:grpSpPr>
          <a:xfrm>
            <a:off x="523841" y="2709730"/>
            <a:ext cx="1096991" cy="1735645"/>
            <a:chOff x="2525595" y="2702596"/>
            <a:chExt cx="1139376" cy="1735645"/>
          </a:xfrm>
        </p:grpSpPr>
        <p:sp>
          <p:nvSpPr>
            <p:cNvPr id="1838" name="Google Shape;1838;p82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39" name="Google Shape;1839;p82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1840" name="Google Shape;1840;p82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41" name="Google Shape;1841;p82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2" name="Google Shape;1842;p82"/>
            <p:cNvSpPr txBox="1"/>
            <p:nvPr/>
          </p:nvSpPr>
          <p:spPr>
            <a:xfrm>
              <a:off x="2773371" y="3494441"/>
              <a:ext cx="8916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43" name="Google Shape;1843;p82"/>
          <p:cNvGrpSpPr/>
          <p:nvPr/>
        </p:nvGrpSpPr>
        <p:grpSpPr>
          <a:xfrm>
            <a:off x="1136954" y="2709730"/>
            <a:ext cx="1529950" cy="1735645"/>
            <a:chOff x="2525595" y="2702596"/>
            <a:chExt cx="1589063" cy="1735645"/>
          </a:xfrm>
        </p:grpSpPr>
        <p:sp>
          <p:nvSpPr>
            <p:cNvPr id="1844" name="Google Shape;1844;p82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45" name="Google Shape;1845;p82"/>
            <p:cNvGrpSpPr/>
            <p:nvPr/>
          </p:nvGrpSpPr>
          <p:grpSpPr>
            <a:xfrm>
              <a:off x="2525595" y="2702596"/>
              <a:ext cx="1251862" cy="1735645"/>
              <a:chOff x="2525595" y="2702596"/>
              <a:chExt cx="1251862" cy="1735645"/>
            </a:xfrm>
          </p:grpSpPr>
          <p:sp>
            <p:nvSpPr>
              <p:cNvPr id="1846" name="Google Shape;1846;p82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847" name="Google Shape;1847;p82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848" name="Google Shape;1848;p82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49" name="Google Shape;1849;p82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50" name="Google Shape;1850;p82"/>
              <p:cNvSpPr txBox="1"/>
              <p:nvPr/>
            </p:nvSpPr>
            <p:spPr>
              <a:xfrm>
                <a:off x="2773357" y="3494441"/>
                <a:ext cx="10041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Doug Cutting é contratado/lidera time no Yahoo!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1851" name="Google Shape;1851;p82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2013487" y="2320950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852" name="Google Shape;1852;p82"/>
          <p:cNvGrpSpPr/>
          <p:nvPr/>
        </p:nvGrpSpPr>
        <p:grpSpPr>
          <a:xfrm>
            <a:off x="1654902" y="2807180"/>
            <a:ext cx="775455" cy="786599"/>
            <a:chOff x="495991" y="2800065"/>
            <a:chExt cx="871200" cy="786599"/>
          </a:xfrm>
        </p:grpSpPr>
        <p:sp>
          <p:nvSpPr>
            <p:cNvPr id="1853" name="Google Shape;1853;p82"/>
            <p:cNvSpPr txBox="1"/>
            <p:nvPr/>
          </p:nvSpPr>
          <p:spPr>
            <a:xfrm>
              <a:off x="495991" y="3215263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2006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54" name="Google Shape;1854;p82"/>
            <p:cNvGrpSpPr/>
            <p:nvPr/>
          </p:nvGrpSpPr>
          <p:grpSpPr>
            <a:xfrm>
              <a:off x="881025" y="2800065"/>
              <a:ext cx="92400" cy="411825"/>
              <a:chOff x="845575" y="2563700"/>
              <a:chExt cx="92400" cy="411825"/>
            </a:xfrm>
          </p:grpSpPr>
          <p:cxnSp>
            <p:nvCxnSpPr>
              <p:cNvPr id="1855" name="Google Shape;1855;p82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56" name="Google Shape;1856;p82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8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1862" name="Google Shape;1862;p83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1863" name="Google Shape;1863;p83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4" name="Google Shape;1864;p83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1865" name="Google Shape;1865;p83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866" name="Google Shape;1866;p83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867" name="Google Shape;1867;p83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68" name="Google Shape;1868;p83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69" name="Google Shape;1869;p83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1870" name="Google Shape;187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1" name="Google Shape;1871;p83"/>
          <p:cNvGrpSpPr/>
          <p:nvPr/>
        </p:nvGrpSpPr>
        <p:grpSpPr>
          <a:xfrm>
            <a:off x="523841" y="2709730"/>
            <a:ext cx="1096991" cy="1735645"/>
            <a:chOff x="2525595" y="2702596"/>
            <a:chExt cx="1139376" cy="1735645"/>
          </a:xfrm>
        </p:grpSpPr>
        <p:sp>
          <p:nvSpPr>
            <p:cNvPr id="1872" name="Google Shape;1872;p83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73" name="Google Shape;1873;p83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1874" name="Google Shape;1874;p83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75" name="Google Shape;1875;p83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76" name="Google Shape;1876;p83"/>
            <p:cNvSpPr txBox="1"/>
            <p:nvPr/>
          </p:nvSpPr>
          <p:spPr>
            <a:xfrm>
              <a:off x="2773371" y="3494441"/>
              <a:ext cx="8916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77" name="Google Shape;1877;p83"/>
          <p:cNvGrpSpPr/>
          <p:nvPr/>
        </p:nvGrpSpPr>
        <p:grpSpPr>
          <a:xfrm>
            <a:off x="1136954" y="2709730"/>
            <a:ext cx="1529950" cy="1735645"/>
            <a:chOff x="2525595" y="2702596"/>
            <a:chExt cx="1589063" cy="1735645"/>
          </a:xfrm>
        </p:grpSpPr>
        <p:sp>
          <p:nvSpPr>
            <p:cNvPr id="1878" name="Google Shape;1878;p83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9" name="Google Shape;1879;p83"/>
            <p:cNvGrpSpPr/>
            <p:nvPr/>
          </p:nvGrpSpPr>
          <p:grpSpPr>
            <a:xfrm>
              <a:off x="2525595" y="2702596"/>
              <a:ext cx="1251862" cy="1735645"/>
              <a:chOff x="2525595" y="2702596"/>
              <a:chExt cx="1251862" cy="1735645"/>
            </a:xfrm>
          </p:grpSpPr>
          <p:sp>
            <p:nvSpPr>
              <p:cNvPr id="1880" name="Google Shape;1880;p83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881" name="Google Shape;1881;p83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882" name="Google Shape;1882;p83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883" name="Google Shape;1883;p83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84" name="Google Shape;1884;p83"/>
              <p:cNvSpPr txBox="1"/>
              <p:nvPr/>
            </p:nvSpPr>
            <p:spPr>
              <a:xfrm>
                <a:off x="2773357" y="3494441"/>
                <a:ext cx="10041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Doug Cutting é contratado/lidera time no Yahoo!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1885" name="Google Shape;1885;p83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2013487" y="2320950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886" name="Google Shape;1886;p83"/>
          <p:cNvGrpSpPr/>
          <p:nvPr/>
        </p:nvGrpSpPr>
        <p:grpSpPr>
          <a:xfrm>
            <a:off x="1654902" y="2807180"/>
            <a:ext cx="775455" cy="786599"/>
            <a:chOff x="495991" y="2800065"/>
            <a:chExt cx="871200" cy="786599"/>
          </a:xfrm>
        </p:grpSpPr>
        <p:sp>
          <p:nvSpPr>
            <p:cNvPr id="1887" name="Google Shape;1887;p83"/>
            <p:cNvSpPr txBox="1"/>
            <p:nvPr/>
          </p:nvSpPr>
          <p:spPr>
            <a:xfrm>
              <a:off x="495991" y="3215263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2006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88" name="Google Shape;1888;p83"/>
            <p:cNvGrpSpPr/>
            <p:nvPr/>
          </p:nvGrpSpPr>
          <p:grpSpPr>
            <a:xfrm>
              <a:off x="881025" y="2800065"/>
              <a:ext cx="92400" cy="411825"/>
              <a:chOff x="845575" y="2563700"/>
              <a:chExt cx="92400" cy="411825"/>
            </a:xfrm>
          </p:grpSpPr>
          <p:cxnSp>
            <p:nvCxnSpPr>
              <p:cNvPr id="1889" name="Google Shape;1889;p83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90" name="Google Shape;1890;p83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91" name="Google Shape;1891;p83"/>
          <p:cNvSpPr/>
          <p:nvPr/>
        </p:nvSpPr>
        <p:spPr>
          <a:xfrm>
            <a:off x="2667669" y="3086590"/>
            <a:ext cx="1141200" cy="133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83"/>
          <p:cNvSpPr txBox="1"/>
          <p:nvPr/>
        </p:nvSpPr>
        <p:spPr>
          <a:xfrm>
            <a:off x="2277133" y="270972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2007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3" name="Google Shape;1893;p83"/>
          <p:cNvCxnSpPr/>
          <p:nvPr/>
        </p:nvCxnSpPr>
        <p:spPr>
          <a:xfrm rot="10800000">
            <a:off x="2664955" y="3086601"/>
            <a:ext cx="0" cy="35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4" name="Google Shape;1894;p83"/>
          <p:cNvSpPr/>
          <p:nvPr/>
        </p:nvSpPr>
        <p:spPr>
          <a:xfrm rot="10800000">
            <a:off x="2620336" y="3406026"/>
            <a:ext cx="89100" cy="92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5" name="Google Shape;1895;p83"/>
          <p:cNvPicPr preferRelativeResize="0"/>
          <p:nvPr/>
        </p:nvPicPr>
        <p:blipFill rotWithShape="1">
          <a:blip r:embed="rId4">
            <a:alphaModFix/>
          </a:blip>
          <a:srcRect b="9251" l="35955" r="49113" t="70057"/>
          <a:stretch/>
        </p:blipFill>
        <p:spPr>
          <a:xfrm>
            <a:off x="2620325" y="3560775"/>
            <a:ext cx="655991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yahoo old logo" id="1896" name="Google Shape;1896;p83"/>
          <p:cNvPicPr preferRelativeResize="0"/>
          <p:nvPr/>
        </p:nvPicPr>
        <p:blipFill rotWithShape="1">
          <a:blip r:embed="rId5">
            <a:alphaModFix/>
          </a:blip>
          <a:srcRect b="32936" l="0" r="0" t="31212"/>
          <a:stretch/>
        </p:blipFill>
        <p:spPr>
          <a:xfrm>
            <a:off x="2642131" y="4135225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1897" name="Google Shape;1897;p83"/>
          <p:cNvSpPr txBox="1"/>
          <p:nvPr/>
        </p:nvSpPr>
        <p:spPr>
          <a:xfrm>
            <a:off x="2605788" y="4285313"/>
            <a:ext cx="730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700">
                <a:latin typeface="Roboto"/>
                <a:ea typeface="Roboto"/>
                <a:cs typeface="Roboto"/>
                <a:sym typeface="Roboto"/>
              </a:rPr>
              <a:t>Cluster 1k nós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8" name="Google Shape;1898;p83"/>
          <p:cNvSpPr/>
          <p:nvPr/>
        </p:nvSpPr>
        <p:spPr>
          <a:xfrm>
            <a:off x="2620282" y="4059025"/>
            <a:ext cx="6561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3"/>
          <p:cNvSpPr txBox="1"/>
          <p:nvPr/>
        </p:nvSpPr>
        <p:spPr>
          <a:xfrm>
            <a:off x="2605800" y="4557275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 4TB de imagens em 100 EC2s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ny times" id="1900" name="Google Shape;1900;p83"/>
          <p:cNvPicPr preferRelativeResize="0"/>
          <p:nvPr/>
        </p:nvPicPr>
        <p:blipFill rotWithShape="1">
          <a:blip r:embed="rId6">
            <a:alphaModFix/>
          </a:blip>
          <a:srcRect b="41542" l="0" r="0" t="42059"/>
          <a:stretch/>
        </p:blipFill>
        <p:spPr>
          <a:xfrm>
            <a:off x="2460275" y="4593849"/>
            <a:ext cx="922872" cy="1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8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1906" name="Google Shape;1906;p84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1907" name="Google Shape;1907;p84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08" name="Google Shape;1908;p84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1909" name="Google Shape;1909;p84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910" name="Google Shape;1910;p84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911" name="Google Shape;1911;p84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12" name="Google Shape;1912;p84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13" name="Google Shape;1913;p84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1914" name="Google Shape;191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5" name="Google Shape;1915;p84"/>
          <p:cNvGrpSpPr/>
          <p:nvPr/>
        </p:nvGrpSpPr>
        <p:grpSpPr>
          <a:xfrm>
            <a:off x="523841" y="2709730"/>
            <a:ext cx="1096991" cy="1735645"/>
            <a:chOff x="2525595" y="2702596"/>
            <a:chExt cx="1139376" cy="1735645"/>
          </a:xfrm>
        </p:grpSpPr>
        <p:sp>
          <p:nvSpPr>
            <p:cNvPr id="1916" name="Google Shape;1916;p84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917" name="Google Shape;1917;p84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1918" name="Google Shape;1918;p84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919" name="Google Shape;1919;p84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20" name="Google Shape;1920;p84"/>
            <p:cNvSpPr txBox="1"/>
            <p:nvPr/>
          </p:nvSpPr>
          <p:spPr>
            <a:xfrm>
              <a:off x="2773371" y="3494441"/>
              <a:ext cx="8916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21" name="Google Shape;1921;p84"/>
          <p:cNvGrpSpPr/>
          <p:nvPr/>
        </p:nvGrpSpPr>
        <p:grpSpPr>
          <a:xfrm>
            <a:off x="1136954" y="2709730"/>
            <a:ext cx="1529950" cy="1735645"/>
            <a:chOff x="2525595" y="2702596"/>
            <a:chExt cx="1589063" cy="1735645"/>
          </a:xfrm>
        </p:grpSpPr>
        <p:sp>
          <p:nvSpPr>
            <p:cNvPr id="1922" name="Google Shape;1922;p84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23" name="Google Shape;1923;p84"/>
            <p:cNvGrpSpPr/>
            <p:nvPr/>
          </p:nvGrpSpPr>
          <p:grpSpPr>
            <a:xfrm>
              <a:off x="2525595" y="2702596"/>
              <a:ext cx="1251862" cy="1735645"/>
              <a:chOff x="2525595" y="2702596"/>
              <a:chExt cx="1251862" cy="1735645"/>
            </a:xfrm>
          </p:grpSpPr>
          <p:sp>
            <p:nvSpPr>
              <p:cNvPr id="1924" name="Google Shape;1924;p84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925" name="Google Shape;1925;p84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926" name="Google Shape;1926;p84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27" name="Google Shape;1927;p84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28" name="Google Shape;1928;p84"/>
              <p:cNvSpPr txBox="1"/>
              <p:nvPr/>
            </p:nvSpPr>
            <p:spPr>
              <a:xfrm>
                <a:off x="2773357" y="3494441"/>
                <a:ext cx="10041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Doug Cutting é contratado/lidera time no Yahoo!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1929" name="Google Shape;1929;p84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2013487" y="2320950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930" name="Google Shape;1930;p84"/>
          <p:cNvGrpSpPr/>
          <p:nvPr/>
        </p:nvGrpSpPr>
        <p:grpSpPr>
          <a:xfrm>
            <a:off x="1654902" y="2807180"/>
            <a:ext cx="775455" cy="786599"/>
            <a:chOff x="495991" y="2800065"/>
            <a:chExt cx="871200" cy="786599"/>
          </a:xfrm>
        </p:grpSpPr>
        <p:sp>
          <p:nvSpPr>
            <p:cNvPr id="1931" name="Google Shape;1931;p84"/>
            <p:cNvSpPr txBox="1"/>
            <p:nvPr/>
          </p:nvSpPr>
          <p:spPr>
            <a:xfrm>
              <a:off x="495991" y="3215263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2006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932" name="Google Shape;1932;p84"/>
            <p:cNvGrpSpPr/>
            <p:nvPr/>
          </p:nvGrpSpPr>
          <p:grpSpPr>
            <a:xfrm>
              <a:off x="881025" y="2800065"/>
              <a:ext cx="92400" cy="411825"/>
              <a:chOff x="845575" y="2563700"/>
              <a:chExt cx="92400" cy="411825"/>
            </a:xfrm>
          </p:grpSpPr>
          <p:cxnSp>
            <p:nvCxnSpPr>
              <p:cNvPr id="1933" name="Google Shape;1933;p84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934" name="Google Shape;1934;p84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5" name="Google Shape;1935;p84"/>
          <p:cNvSpPr/>
          <p:nvPr/>
        </p:nvSpPr>
        <p:spPr>
          <a:xfrm>
            <a:off x="2667669" y="3086590"/>
            <a:ext cx="1141200" cy="133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84"/>
          <p:cNvSpPr txBox="1"/>
          <p:nvPr/>
        </p:nvSpPr>
        <p:spPr>
          <a:xfrm>
            <a:off x="2277133" y="270972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2007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7" name="Google Shape;1937;p84"/>
          <p:cNvCxnSpPr/>
          <p:nvPr/>
        </p:nvCxnSpPr>
        <p:spPr>
          <a:xfrm rot="10800000">
            <a:off x="2664955" y="3086601"/>
            <a:ext cx="0" cy="35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8" name="Google Shape;1938;p84"/>
          <p:cNvSpPr/>
          <p:nvPr/>
        </p:nvSpPr>
        <p:spPr>
          <a:xfrm rot="10800000">
            <a:off x="2620336" y="3406026"/>
            <a:ext cx="89100" cy="92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9" name="Google Shape;1939;p84"/>
          <p:cNvPicPr preferRelativeResize="0"/>
          <p:nvPr/>
        </p:nvPicPr>
        <p:blipFill rotWithShape="1">
          <a:blip r:embed="rId4">
            <a:alphaModFix/>
          </a:blip>
          <a:srcRect b="9251" l="35955" r="49113" t="70057"/>
          <a:stretch/>
        </p:blipFill>
        <p:spPr>
          <a:xfrm>
            <a:off x="2620325" y="3560775"/>
            <a:ext cx="655991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yahoo old logo" id="1940" name="Google Shape;1940;p84"/>
          <p:cNvPicPr preferRelativeResize="0"/>
          <p:nvPr/>
        </p:nvPicPr>
        <p:blipFill rotWithShape="1">
          <a:blip r:embed="rId5">
            <a:alphaModFix/>
          </a:blip>
          <a:srcRect b="32936" l="0" r="0" t="31212"/>
          <a:stretch/>
        </p:blipFill>
        <p:spPr>
          <a:xfrm>
            <a:off x="2642131" y="4135225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1941" name="Google Shape;1941;p84"/>
          <p:cNvSpPr txBox="1"/>
          <p:nvPr/>
        </p:nvSpPr>
        <p:spPr>
          <a:xfrm>
            <a:off x="2605788" y="4285313"/>
            <a:ext cx="730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700">
                <a:latin typeface="Roboto"/>
                <a:ea typeface="Roboto"/>
                <a:cs typeface="Roboto"/>
                <a:sym typeface="Roboto"/>
              </a:rPr>
              <a:t>Cluster 1k nós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2" name="Google Shape;1942;p84"/>
          <p:cNvSpPr/>
          <p:nvPr/>
        </p:nvSpPr>
        <p:spPr>
          <a:xfrm>
            <a:off x="2620282" y="4059025"/>
            <a:ext cx="6561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84"/>
          <p:cNvSpPr txBox="1"/>
          <p:nvPr/>
        </p:nvSpPr>
        <p:spPr>
          <a:xfrm>
            <a:off x="2605800" y="4557275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 4TB de imagens em 100 EC2s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44" name="Google Shape;1944;p84"/>
          <p:cNvGrpSpPr/>
          <p:nvPr/>
        </p:nvGrpSpPr>
        <p:grpSpPr>
          <a:xfrm>
            <a:off x="3176965" y="2807180"/>
            <a:ext cx="82245" cy="411825"/>
            <a:chOff x="845575" y="2563700"/>
            <a:chExt cx="92400" cy="411825"/>
          </a:xfrm>
        </p:grpSpPr>
        <p:cxnSp>
          <p:nvCxnSpPr>
            <p:cNvPr id="1945" name="Google Shape;1945;p84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6" name="Google Shape;1946;p84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 result for ny times" id="1947" name="Google Shape;1947;p84"/>
          <p:cNvPicPr preferRelativeResize="0"/>
          <p:nvPr/>
        </p:nvPicPr>
        <p:blipFill rotWithShape="1">
          <a:blip r:embed="rId6">
            <a:alphaModFix/>
          </a:blip>
          <a:srcRect b="41542" l="0" r="0" t="42059"/>
          <a:stretch/>
        </p:blipFill>
        <p:spPr>
          <a:xfrm>
            <a:off x="2460275" y="4593849"/>
            <a:ext cx="922872" cy="15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" id="1948" name="Google Shape;1948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7000" y="2314850"/>
            <a:ext cx="460150" cy="46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 Hive" id="1949" name="Google Shape;1949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12100" y="1792624"/>
            <a:ext cx="460150" cy="41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0" name="Google Shape;1950;p84"/>
          <p:cNvSpPr txBox="1"/>
          <p:nvPr/>
        </p:nvSpPr>
        <p:spPr>
          <a:xfrm>
            <a:off x="3012100" y="1874894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Petabytes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1" name="Google Shape;1951;p84"/>
          <p:cNvSpPr txBox="1"/>
          <p:nvPr/>
        </p:nvSpPr>
        <p:spPr>
          <a:xfrm>
            <a:off x="3012100" y="1400019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Sort mais rápido de 1TB: 9.5 min em 910 nodes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yahoo old logo" id="1952" name="Google Shape;1952;p84"/>
          <p:cNvPicPr preferRelativeResize="0"/>
          <p:nvPr/>
        </p:nvPicPr>
        <p:blipFill rotWithShape="1">
          <a:blip r:embed="rId5">
            <a:alphaModFix/>
          </a:blip>
          <a:srcRect b="32936" l="0" r="0" t="31212"/>
          <a:stretch/>
        </p:blipFill>
        <p:spPr>
          <a:xfrm>
            <a:off x="3007006" y="1212381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1953" name="Google Shape;1953;p84"/>
          <p:cNvSpPr txBox="1"/>
          <p:nvPr/>
        </p:nvSpPr>
        <p:spPr>
          <a:xfrm>
            <a:off x="2826977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2008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8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1959" name="Google Shape;1959;p85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1960" name="Google Shape;1960;p85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1" name="Google Shape;1961;p85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1962" name="Google Shape;1962;p85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963" name="Google Shape;1963;p85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964" name="Google Shape;1964;p85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65" name="Google Shape;1965;p85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66" name="Google Shape;1966;p85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1967" name="Google Shape;196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8" name="Google Shape;1968;p85"/>
          <p:cNvGrpSpPr/>
          <p:nvPr/>
        </p:nvGrpSpPr>
        <p:grpSpPr>
          <a:xfrm>
            <a:off x="523841" y="2709730"/>
            <a:ext cx="1096991" cy="1735645"/>
            <a:chOff x="2525595" y="2702596"/>
            <a:chExt cx="1139376" cy="1735645"/>
          </a:xfrm>
        </p:grpSpPr>
        <p:sp>
          <p:nvSpPr>
            <p:cNvPr id="1969" name="Google Shape;1969;p85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970" name="Google Shape;1970;p85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1971" name="Google Shape;1971;p85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972" name="Google Shape;1972;p85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73" name="Google Shape;1973;p85"/>
            <p:cNvSpPr txBox="1"/>
            <p:nvPr/>
          </p:nvSpPr>
          <p:spPr>
            <a:xfrm>
              <a:off x="2773371" y="3494441"/>
              <a:ext cx="8916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74" name="Google Shape;1974;p85"/>
          <p:cNvGrpSpPr/>
          <p:nvPr/>
        </p:nvGrpSpPr>
        <p:grpSpPr>
          <a:xfrm>
            <a:off x="1136954" y="2709730"/>
            <a:ext cx="1529950" cy="1735645"/>
            <a:chOff x="2525595" y="2702596"/>
            <a:chExt cx="1589063" cy="1735645"/>
          </a:xfrm>
        </p:grpSpPr>
        <p:sp>
          <p:nvSpPr>
            <p:cNvPr id="1975" name="Google Shape;1975;p85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76" name="Google Shape;1976;p85"/>
            <p:cNvGrpSpPr/>
            <p:nvPr/>
          </p:nvGrpSpPr>
          <p:grpSpPr>
            <a:xfrm>
              <a:off x="2525595" y="2702596"/>
              <a:ext cx="1251862" cy="1735645"/>
              <a:chOff x="2525595" y="2702596"/>
              <a:chExt cx="1251862" cy="1735645"/>
            </a:xfrm>
          </p:grpSpPr>
          <p:sp>
            <p:nvSpPr>
              <p:cNvPr id="1977" name="Google Shape;1977;p85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978" name="Google Shape;1978;p85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979" name="Google Shape;1979;p85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980" name="Google Shape;1980;p85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81" name="Google Shape;1981;p85"/>
              <p:cNvSpPr txBox="1"/>
              <p:nvPr/>
            </p:nvSpPr>
            <p:spPr>
              <a:xfrm>
                <a:off x="2773357" y="3494441"/>
                <a:ext cx="10041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Doug Cutting é contratado/lidera time no Yahoo!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1982" name="Google Shape;1982;p85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2013487" y="2320950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983" name="Google Shape;1983;p85"/>
          <p:cNvGrpSpPr/>
          <p:nvPr/>
        </p:nvGrpSpPr>
        <p:grpSpPr>
          <a:xfrm>
            <a:off x="1654902" y="2807180"/>
            <a:ext cx="775455" cy="786599"/>
            <a:chOff x="495991" y="2800065"/>
            <a:chExt cx="871200" cy="786599"/>
          </a:xfrm>
        </p:grpSpPr>
        <p:sp>
          <p:nvSpPr>
            <p:cNvPr id="1984" name="Google Shape;1984;p85"/>
            <p:cNvSpPr txBox="1"/>
            <p:nvPr/>
          </p:nvSpPr>
          <p:spPr>
            <a:xfrm>
              <a:off x="495991" y="3215263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2006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985" name="Google Shape;1985;p85"/>
            <p:cNvGrpSpPr/>
            <p:nvPr/>
          </p:nvGrpSpPr>
          <p:grpSpPr>
            <a:xfrm>
              <a:off x="881025" y="2800065"/>
              <a:ext cx="92400" cy="411825"/>
              <a:chOff x="845575" y="2563700"/>
              <a:chExt cx="92400" cy="411825"/>
            </a:xfrm>
          </p:grpSpPr>
          <p:cxnSp>
            <p:nvCxnSpPr>
              <p:cNvPr id="1986" name="Google Shape;1986;p85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987" name="Google Shape;1987;p85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88" name="Google Shape;1988;p85"/>
          <p:cNvSpPr/>
          <p:nvPr/>
        </p:nvSpPr>
        <p:spPr>
          <a:xfrm>
            <a:off x="2667669" y="3086590"/>
            <a:ext cx="1141200" cy="133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85"/>
          <p:cNvSpPr txBox="1"/>
          <p:nvPr/>
        </p:nvSpPr>
        <p:spPr>
          <a:xfrm>
            <a:off x="2277133" y="270972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2007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90" name="Google Shape;1990;p85"/>
          <p:cNvCxnSpPr/>
          <p:nvPr/>
        </p:nvCxnSpPr>
        <p:spPr>
          <a:xfrm rot="10800000">
            <a:off x="2664955" y="3086601"/>
            <a:ext cx="0" cy="35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1" name="Google Shape;1991;p85"/>
          <p:cNvSpPr/>
          <p:nvPr/>
        </p:nvSpPr>
        <p:spPr>
          <a:xfrm rot="10800000">
            <a:off x="2620336" y="3406026"/>
            <a:ext cx="89100" cy="92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2" name="Google Shape;1992;p85"/>
          <p:cNvPicPr preferRelativeResize="0"/>
          <p:nvPr/>
        </p:nvPicPr>
        <p:blipFill rotWithShape="1">
          <a:blip r:embed="rId4">
            <a:alphaModFix/>
          </a:blip>
          <a:srcRect b="9251" l="35955" r="49113" t="70057"/>
          <a:stretch/>
        </p:blipFill>
        <p:spPr>
          <a:xfrm>
            <a:off x="2620325" y="3560775"/>
            <a:ext cx="655991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3" name="Google Shape;1993;p85"/>
          <p:cNvSpPr/>
          <p:nvPr/>
        </p:nvSpPr>
        <p:spPr>
          <a:xfrm>
            <a:off x="3807314" y="3086608"/>
            <a:ext cx="1178100" cy="1335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85"/>
          <p:cNvSpPr txBox="1"/>
          <p:nvPr/>
        </p:nvSpPr>
        <p:spPr>
          <a:xfrm>
            <a:off x="3469655" y="2709730"/>
            <a:ext cx="718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2009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95" name="Google Shape;1995;p85"/>
          <p:cNvGrpSpPr/>
          <p:nvPr/>
        </p:nvGrpSpPr>
        <p:grpSpPr>
          <a:xfrm rot="10800000">
            <a:off x="3766987" y="3097383"/>
            <a:ext cx="88963" cy="411825"/>
            <a:chOff x="2070100" y="2563700"/>
            <a:chExt cx="92400" cy="411825"/>
          </a:xfrm>
        </p:grpSpPr>
        <p:cxnSp>
          <p:nvCxnSpPr>
            <p:cNvPr id="1996" name="Google Shape;1996;p85"/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97" name="Google Shape;1997;p85"/>
            <p:cNvSpPr/>
            <p:nvPr/>
          </p:nvSpPr>
          <p:spPr>
            <a:xfrm>
              <a:off x="2070100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Related image" id="1998" name="Google Shape;1998;p85"/>
          <p:cNvPicPr preferRelativeResize="0"/>
          <p:nvPr/>
        </p:nvPicPr>
        <p:blipFill rotWithShape="1">
          <a:blip r:embed="rId5">
            <a:alphaModFix/>
          </a:blip>
          <a:srcRect b="13728" l="0" r="0" t="21483"/>
          <a:stretch/>
        </p:blipFill>
        <p:spPr>
          <a:xfrm>
            <a:off x="3787000" y="3560771"/>
            <a:ext cx="1096975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mapr old logo" id="1999" name="Google Shape;1999;p85"/>
          <p:cNvPicPr preferRelativeResize="0"/>
          <p:nvPr/>
        </p:nvPicPr>
        <p:blipFill rotWithShape="1">
          <a:blip r:embed="rId6">
            <a:alphaModFix/>
          </a:blip>
          <a:srcRect b="23679" l="0" r="0" t="26896"/>
          <a:stretch/>
        </p:blipFill>
        <p:spPr>
          <a:xfrm>
            <a:off x="3787000" y="4011254"/>
            <a:ext cx="1096975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yahoo old logo" id="2000" name="Google Shape;2000;p85"/>
          <p:cNvPicPr preferRelativeResize="0"/>
          <p:nvPr/>
        </p:nvPicPr>
        <p:blipFill rotWithShape="1">
          <a:blip r:embed="rId7">
            <a:alphaModFix/>
          </a:blip>
          <a:srcRect b="32936" l="0" r="0" t="31212"/>
          <a:stretch/>
        </p:blipFill>
        <p:spPr>
          <a:xfrm>
            <a:off x="2642131" y="4135225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85"/>
          <p:cNvSpPr txBox="1"/>
          <p:nvPr/>
        </p:nvSpPr>
        <p:spPr>
          <a:xfrm>
            <a:off x="2605788" y="4285313"/>
            <a:ext cx="730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700">
                <a:latin typeface="Roboto"/>
                <a:ea typeface="Roboto"/>
                <a:cs typeface="Roboto"/>
                <a:sym typeface="Roboto"/>
              </a:rPr>
              <a:t>Cluster 1k nós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2" name="Google Shape;2002;p85"/>
          <p:cNvSpPr/>
          <p:nvPr/>
        </p:nvSpPr>
        <p:spPr>
          <a:xfrm>
            <a:off x="2620282" y="4059025"/>
            <a:ext cx="6561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85"/>
          <p:cNvSpPr txBox="1"/>
          <p:nvPr/>
        </p:nvSpPr>
        <p:spPr>
          <a:xfrm>
            <a:off x="3787000" y="4312875"/>
            <a:ext cx="1293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Primeira solução comercial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4" name="Google Shape;2004;p85"/>
          <p:cNvSpPr txBox="1"/>
          <p:nvPr/>
        </p:nvSpPr>
        <p:spPr>
          <a:xfrm>
            <a:off x="2605800" y="4557275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 4TB de imagens em 100 EC2s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05" name="Google Shape;2005;p85"/>
          <p:cNvGrpSpPr/>
          <p:nvPr/>
        </p:nvGrpSpPr>
        <p:grpSpPr>
          <a:xfrm>
            <a:off x="3176965" y="2807180"/>
            <a:ext cx="82245" cy="411825"/>
            <a:chOff x="845575" y="2563700"/>
            <a:chExt cx="92400" cy="411825"/>
          </a:xfrm>
        </p:grpSpPr>
        <p:cxnSp>
          <p:nvCxnSpPr>
            <p:cNvPr id="2006" name="Google Shape;2006;p85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7" name="Google Shape;2007;p85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 result for ny times" id="2008" name="Google Shape;2008;p85"/>
          <p:cNvPicPr preferRelativeResize="0"/>
          <p:nvPr/>
        </p:nvPicPr>
        <p:blipFill rotWithShape="1">
          <a:blip r:embed="rId8">
            <a:alphaModFix/>
          </a:blip>
          <a:srcRect b="41542" l="0" r="0" t="42059"/>
          <a:stretch/>
        </p:blipFill>
        <p:spPr>
          <a:xfrm>
            <a:off x="2460275" y="4593849"/>
            <a:ext cx="922872" cy="15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" id="2009" name="Google Shape;2009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07000" y="2314850"/>
            <a:ext cx="460150" cy="46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 Hive" id="2010" name="Google Shape;2010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12100" y="1792624"/>
            <a:ext cx="460150" cy="41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85"/>
          <p:cNvSpPr txBox="1"/>
          <p:nvPr/>
        </p:nvSpPr>
        <p:spPr>
          <a:xfrm>
            <a:off x="3012100" y="1874894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Petabytes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2" name="Google Shape;2012;p85"/>
          <p:cNvSpPr txBox="1"/>
          <p:nvPr/>
        </p:nvSpPr>
        <p:spPr>
          <a:xfrm>
            <a:off x="3012100" y="1400019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Sort mais rápido de 1TB: 9.5 min em 910 nodes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yahoo old logo" id="2013" name="Google Shape;2013;p85"/>
          <p:cNvPicPr preferRelativeResize="0"/>
          <p:nvPr/>
        </p:nvPicPr>
        <p:blipFill rotWithShape="1">
          <a:blip r:embed="rId7">
            <a:alphaModFix/>
          </a:blip>
          <a:srcRect b="32936" l="0" r="0" t="31212"/>
          <a:stretch/>
        </p:blipFill>
        <p:spPr>
          <a:xfrm>
            <a:off x="3007006" y="1212381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85"/>
          <p:cNvSpPr txBox="1"/>
          <p:nvPr/>
        </p:nvSpPr>
        <p:spPr>
          <a:xfrm>
            <a:off x="3787000" y="4584012"/>
            <a:ext cx="14901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Sort mais rápido de 1TB: 62 segs em 1460 nodes</a:t>
            </a:r>
            <a:b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Sort mais rápido de 1PB: 16 horas 3658 nodes</a:t>
            </a:r>
            <a:b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5" name="Google Shape;2015;p85"/>
          <p:cNvSpPr txBox="1"/>
          <p:nvPr/>
        </p:nvSpPr>
        <p:spPr>
          <a:xfrm>
            <a:off x="2826977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2008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8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2021" name="Google Shape;2021;p86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2022" name="Google Shape;2022;p86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23" name="Google Shape;2023;p86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2024" name="Google Shape;2024;p86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025" name="Google Shape;2025;p86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026" name="Google Shape;2026;p86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027" name="Google Shape;2027;p86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28" name="Google Shape;2028;p86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2029" name="Google Shape;202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0" name="Google Shape;2030;p86"/>
          <p:cNvGrpSpPr/>
          <p:nvPr/>
        </p:nvGrpSpPr>
        <p:grpSpPr>
          <a:xfrm>
            <a:off x="523841" y="2709730"/>
            <a:ext cx="1096991" cy="1735645"/>
            <a:chOff x="2525595" y="2702596"/>
            <a:chExt cx="1139376" cy="1735645"/>
          </a:xfrm>
        </p:grpSpPr>
        <p:sp>
          <p:nvSpPr>
            <p:cNvPr id="2031" name="Google Shape;2031;p86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032" name="Google Shape;2032;p86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2033" name="Google Shape;2033;p86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034" name="Google Shape;2034;p86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35" name="Google Shape;2035;p86"/>
            <p:cNvSpPr txBox="1"/>
            <p:nvPr/>
          </p:nvSpPr>
          <p:spPr>
            <a:xfrm>
              <a:off x="2773371" y="3494441"/>
              <a:ext cx="8916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6" name="Google Shape;2036;p86"/>
          <p:cNvGrpSpPr/>
          <p:nvPr/>
        </p:nvGrpSpPr>
        <p:grpSpPr>
          <a:xfrm>
            <a:off x="1136954" y="2709730"/>
            <a:ext cx="1529950" cy="1735645"/>
            <a:chOff x="2525595" y="2702596"/>
            <a:chExt cx="1589063" cy="1735645"/>
          </a:xfrm>
        </p:grpSpPr>
        <p:sp>
          <p:nvSpPr>
            <p:cNvPr id="2037" name="Google Shape;2037;p86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8" name="Google Shape;2038;p86"/>
            <p:cNvGrpSpPr/>
            <p:nvPr/>
          </p:nvGrpSpPr>
          <p:grpSpPr>
            <a:xfrm>
              <a:off x="2525595" y="2702596"/>
              <a:ext cx="1251862" cy="1735645"/>
              <a:chOff x="2525595" y="2702596"/>
              <a:chExt cx="1251862" cy="1735645"/>
            </a:xfrm>
          </p:grpSpPr>
          <p:sp>
            <p:nvSpPr>
              <p:cNvPr id="2039" name="Google Shape;2039;p86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040" name="Google Shape;2040;p86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041" name="Google Shape;2041;p86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042" name="Google Shape;2042;p86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43" name="Google Shape;2043;p86"/>
              <p:cNvSpPr txBox="1"/>
              <p:nvPr/>
            </p:nvSpPr>
            <p:spPr>
              <a:xfrm>
                <a:off x="2773357" y="3494441"/>
                <a:ext cx="10041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Doug Cutting é contratado/lidera time no Yahoo!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2044" name="Google Shape;2044;p86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2013487" y="2320950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045" name="Google Shape;2045;p86"/>
          <p:cNvGrpSpPr/>
          <p:nvPr/>
        </p:nvGrpSpPr>
        <p:grpSpPr>
          <a:xfrm>
            <a:off x="1654902" y="2807180"/>
            <a:ext cx="775455" cy="786599"/>
            <a:chOff x="495991" y="2800065"/>
            <a:chExt cx="871200" cy="786599"/>
          </a:xfrm>
        </p:grpSpPr>
        <p:sp>
          <p:nvSpPr>
            <p:cNvPr id="2046" name="Google Shape;2046;p86"/>
            <p:cNvSpPr txBox="1"/>
            <p:nvPr/>
          </p:nvSpPr>
          <p:spPr>
            <a:xfrm>
              <a:off x="495991" y="3215263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2006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047" name="Google Shape;2047;p86"/>
            <p:cNvGrpSpPr/>
            <p:nvPr/>
          </p:nvGrpSpPr>
          <p:grpSpPr>
            <a:xfrm>
              <a:off x="881025" y="2800065"/>
              <a:ext cx="92400" cy="411825"/>
              <a:chOff x="845575" y="2563700"/>
              <a:chExt cx="92400" cy="411825"/>
            </a:xfrm>
          </p:grpSpPr>
          <p:cxnSp>
            <p:nvCxnSpPr>
              <p:cNvPr id="2048" name="Google Shape;2048;p8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049" name="Google Shape;2049;p8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50" name="Google Shape;2050;p86"/>
          <p:cNvSpPr/>
          <p:nvPr/>
        </p:nvSpPr>
        <p:spPr>
          <a:xfrm>
            <a:off x="2667669" y="3086590"/>
            <a:ext cx="1141200" cy="133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86"/>
          <p:cNvSpPr txBox="1"/>
          <p:nvPr/>
        </p:nvSpPr>
        <p:spPr>
          <a:xfrm>
            <a:off x="2277133" y="270972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2007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2" name="Google Shape;2052;p86"/>
          <p:cNvCxnSpPr/>
          <p:nvPr/>
        </p:nvCxnSpPr>
        <p:spPr>
          <a:xfrm rot="10800000">
            <a:off x="2664955" y="3086601"/>
            <a:ext cx="0" cy="35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3" name="Google Shape;2053;p86"/>
          <p:cNvSpPr/>
          <p:nvPr/>
        </p:nvSpPr>
        <p:spPr>
          <a:xfrm rot="10800000">
            <a:off x="2620336" y="3406026"/>
            <a:ext cx="89100" cy="92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4" name="Google Shape;2054;p86"/>
          <p:cNvPicPr preferRelativeResize="0"/>
          <p:nvPr/>
        </p:nvPicPr>
        <p:blipFill rotWithShape="1">
          <a:blip r:embed="rId4">
            <a:alphaModFix/>
          </a:blip>
          <a:srcRect b="9251" l="35955" r="49113" t="70057"/>
          <a:stretch/>
        </p:blipFill>
        <p:spPr>
          <a:xfrm>
            <a:off x="2620325" y="3560775"/>
            <a:ext cx="655991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5" name="Google Shape;2055;p86"/>
          <p:cNvSpPr/>
          <p:nvPr/>
        </p:nvSpPr>
        <p:spPr>
          <a:xfrm>
            <a:off x="3807314" y="3086608"/>
            <a:ext cx="1178100" cy="1335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86"/>
          <p:cNvSpPr txBox="1"/>
          <p:nvPr/>
        </p:nvSpPr>
        <p:spPr>
          <a:xfrm>
            <a:off x="3469655" y="2709730"/>
            <a:ext cx="718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2009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57" name="Google Shape;2057;p86"/>
          <p:cNvGrpSpPr/>
          <p:nvPr/>
        </p:nvGrpSpPr>
        <p:grpSpPr>
          <a:xfrm rot="10800000">
            <a:off x="3766987" y="3097383"/>
            <a:ext cx="88963" cy="411825"/>
            <a:chOff x="2070100" y="2563700"/>
            <a:chExt cx="92400" cy="411825"/>
          </a:xfrm>
        </p:grpSpPr>
        <p:cxnSp>
          <p:nvCxnSpPr>
            <p:cNvPr id="2058" name="Google Shape;2058;p86"/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59" name="Google Shape;2059;p86"/>
            <p:cNvSpPr/>
            <p:nvPr/>
          </p:nvSpPr>
          <p:spPr>
            <a:xfrm>
              <a:off x="2070100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Related image" id="2060" name="Google Shape;2060;p86"/>
          <p:cNvPicPr preferRelativeResize="0"/>
          <p:nvPr/>
        </p:nvPicPr>
        <p:blipFill rotWithShape="1">
          <a:blip r:embed="rId5">
            <a:alphaModFix/>
          </a:blip>
          <a:srcRect b="13728" l="0" r="0" t="21483"/>
          <a:stretch/>
        </p:blipFill>
        <p:spPr>
          <a:xfrm>
            <a:off x="3787000" y="3560771"/>
            <a:ext cx="1096975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mapr old logo" id="2061" name="Google Shape;2061;p86"/>
          <p:cNvPicPr preferRelativeResize="0"/>
          <p:nvPr/>
        </p:nvPicPr>
        <p:blipFill rotWithShape="1">
          <a:blip r:embed="rId6">
            <a:alphaModFix/>
          </a:blip>
          <a:srcRect b="23679" l="0" r="0" t="26896"/>
          <a:stretch/>
        </p:blipFill>
        <p:spPr>
          <a:xfrm>
            <a:off x="3787000" y="4011254"/>
            <a:ext cx="1096975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62" name="Google Shape;2062;p86"/>
          <p:cNvSpPr/>
          <p:nvPr/>
        </p:nvSpPr>
        <p:spPr>
          <a:xfrm>
            <a:off x="4993526" y="3086590"/>
            <a:ext cx="1141200" cy="133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86"/>
          <p:cNvSpPr txBox="1"/>
          <p:nvPr/>
        </p:nvSpPr>
        <p:spPr>
          <a:xfrm>
            <a:off x="4604896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2011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64" name="Google Shape;2064;p86"/>
          <p:cNvGrpSpPr/>
          <p:nvPr/>
        </p:nvGrpSpPr>
        <p:grpSpPr>
          <a:xfrm>
            <a:off x="4947616" y="2807180"/>
            <a:ext cx="82245" cy="411825"/>
            <a:chOff x="845575" y="2563700"/>
            <a:chExt cx="92400" cy="411825"/>
          </a:xfrm>
        </p:grpSpPr>
        <p:cxnSp>
          <p:nvCxnSpPr>
            <p:cNvPr id="2065" name="Google Shape;2065;p86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6" name="Google Shape;2066;p86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7" name="Google Shape;2067;p86"/>
          <p:cNvSpPr txBox="1"/>
          <p:nvPr/>
        </p:nvSpPr>
        <p:spPr>
          <a:xfrm>
            <a:off x="4896081" y="1483915"/>
            <a:ext cx="12387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Spinoff Yahoo!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hortonworks old logo" id="2068" name="Google Shape;2068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2263" y="1842951"/>
            <a:ext cx="990310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69" name="Google Shape;2069;p86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4954037" y="2289575"/>
            <a:ext cx="966755" cy="435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0" name="Google Shape;2070;p86"/>
          <p:cNvSpPr/>
          <p:nvPr/>
        </p:nvSpPr>
        <p:spPr>
          <a:xfrm>
            <a:off x="4978919" y="2544031"/>
            <a:ext cx="937500" cy="13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Calibri"/>
                <a:ea typeface="Calibri"/>
                <a:cs typeface="Calibri"/>
                <a:sym typeface="Calibri"/>
              </a:rPr>
              <a:t>1.0.0 release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yahoo old logo" id="2071" name="Google Shape;2071;p86"/>
          <p:cNvPicPr preferRelativeResize="0"/>
          <p:nvPr/>
        </p:nvPicPr>
        <p:blipFill rotWithShape="1">
          <a:blip r:embed="rId8">
            <a:alphaModFix/>
          </a:blip>
          <a:srcRect b="32936" l="0" r="0" t="31212"/>
          <a:stretch/>
        </p:blipFill>
        <p:spPr>
          <a:xfrm>
            <a:off x="2642131" y="4135225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86"/>
          <p:cNvSpPr txBox="1"/>
          <p:nvPr/>
        </p:nvSpPr>
        <p:spPr>
          <a:xfrm>
            <a:off x="2605788" y="4285313"/>
            <a:ext cx="730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700">
                <a:latin typeface="Roboto"/>
                <a:ea typeface="Roboto"/>
                <a:cs typeface="Roboto"/>
                <a:sym typeface="Roboto"/>
              </a:rPr>
              <a:t>Cluster 1k nós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3" name="Google Shape;2073;p86"/>
          <p:cNvSpPr/>
          <p:nvPr/>
        </p:nvSpPr>
        <p:spPr>
          <a:xfrm>
            <a:off x="2620282" y="4059025"/>
            <a:ext cx="6561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86"/>
          <p:cNvSpPr txBox="1"/>
          <p:nvPr/>
        </p:nvSpPr>
        <p:spPr>
          <a:xfrm>
            <a:off x="3787000" y="4312875"/>
            <a:ext cx="1293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Primeira solução comercial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5" name="Google Shape;2075;p86"/>
          <p:cNvSpPr txBox="1"/>
          <p:nvPr/>
        </p:nvSpPr>
        <p:spPr>
          <a:xfrm>
            <a:off x="2605800" y="4557275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 4TB de imagens em 100 EC2s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76" name="Google Shape;2076;p86"/>
          <p:cNvGrpSpPr/>
          <p:nvPr/>
        </p:nvGrpSpPr>
        <p:grpSpPr>
          <a:xfrm>
            <a:off x="3176965" y="2807180"/>
            <a:ext cx="82245" cy="411825"/>
            <a:chOff x="845575" y="2563700"/>
            <a:chExt cx="92400" cy="411825"/>
          </a:xfrm>
        </p:grpSpPr>
        <p:cxnSp>
          <p:nvCxnSpPr>
            <p:cNvPr id="2077" name="Google Shape;2077;p86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78" name="Google Shape;2078;p86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 result for ny times" id="2079" name="Google Shape;2079;p86"/>
          <p:cNvPicPr preferRelativeResize="0"/>
          <p:nvPr/>
        </p:nvPicPr>
        <p:blipFill rotWithShape="1">
          <a:blip r:embed="rId9">
            <a:alphaModFix/>
          </a:blip>
          <a:srcRect b="41542" l="0" r="0" t="42059"/>
          <a:stretch/>
        </p:blipFill>
        <p:spPr>
          <a:xfrm>
            <a:off x="2460275" y="4593849"/>
            <a:ext cx="922872" cy="15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" id="2080" name="Google Shape;2080;p8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07000" y="2314850"/>
            <a:ext cx="460150" cy="46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 Hive" id="2081" name="Google Shape;2081;p8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12100" y="1792624"/>
            <a:ext cx="460150" cy="41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86"/>
          <p:cNvSpPr txBox="1"/>
          <p:nvPr/>
        </p:nvSpPr>
        <p:spPr>
          <a:xfrm>
            <a:off x="3012100" y="1874894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Petabytes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3" name="Google Shape;2083;p86"/>
          <p:cNvSpPr txBox="1"/>
          <p:nvPr/>
        </p:nvSpPr>
        <p:spPr>
          <a:xfrm>
            <a:off x="3012100" y="1400019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Sort mais rápido de 1TB: 9.5 min em 910 nodes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yahoo old logo" id="2084" name="Google Shape;2084;p86"/>
          <p:cNvPicPr preferRelativeResize="0"/>
          <p:nvPr/>
        </p:nvPicPr>
        <p:blipFill rotWithShape="1">
          <a:blip r:embed="rId8">
            <a:alphaModFix/>
          </a:blip>
          <a:srcRect b="32936" l="0" r="0" t="31212"/>
          <a:stretch/>
        </p:blipFill>
        <p:spPr>
          <a:xfrm>
            <a:off x="3007006" y="1212381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085" name="Google Shape;2085;p86"/>
          <p:cNvSpPr txBox="1"/>
          <p:nvPr/>
        </p:nvSpPr>
        <p:spPr>
          <a:xfrm>
            <a:off x="3787000" y="4584012"/>
            <a:ext cx="14901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Sort mais rápido de 1TB: 62 segs em 1460 nodes</a:t>
            </a:r>
            <a:b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Sort mais rápido de 1PB: 16 horas 3658 nodes</a:t>
            </a:r>
            <a:b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6" name="Google Shape;2086;p86"/>
          <p:cNvSpPr txBox="1"/>
          <p:nvPr/>
        </p:nvSpPr>
        <p:spPr>
          <a:xfrm>
            <a:off x="2826977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2008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8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2092" name="Google Shape;2092;p87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2093" name="Google Shape;2093;p87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4" name="Google Shape;2094;p87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2095" name="Google Shape;2095;p87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096" name="Google Shape;2096;p87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097" name="Google Shape;2097;p8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098" name="Google Shape;2098;p8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99" name="Google Shape;2099;p87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2100" name="Google Shape;210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1" name="Google Shape;2101;p87"/>
          <p:cNvGrpSpPr/>
          <p:nvPr/>
        </p:nvGrpSpPr>
        <p:grpSpPr>
          <a:xfrm>
            <a:off x="523841" y="2709730"/>
            <a:ext cx="1096991" cy="1735645"/>
            <a:chOff x="2525595" y="2702596"/>
            <a:chExt cx="1139376" cy="1735645"/>
          </a:xfrm>
        </p:grpSpPr>
        <p:sp>
          <p:nvSpPr>
            <p:cNvPr id="2102" name="Google Shape;2102;p87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03" name="Google Shape;2103;p87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2104" name="Google Shape;2104;p87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05" name="Google Shape;2105;p87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6" name="Google Shape;2106;p87"/>
            <p:cNvSpPr txBox="1"/>
            <p:nvPr/>
          </p:nvSpPr>
          <p:spPr>
            <a:xfrm>
              <a:off x="2773371" y="3494441"/>
              <a:ext cx="8916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07" name="Google Shape;2107;p87"/>
          <p:cNvGrpSpPr/>
          <p:nvPr/>
        </p:nvGrpSpPr>
        <p:grpSpPr>
          <a:xfrm>
            <a:off x="1136954" y="2709730"/>
            <a:ext cx="1529950" cy="1735645"/>
            <a:chOff x="2525595" y="2702596"/>
            <a:chExt cx="1589063" cy="1735645"/>
          </a:xfrm>
        </p:grpSpPr>
        <p:sp>
          <p:nvSpPr>
            <p:cNvPr id="2108" name="Google Shape;2108;p87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9" name="Google Shape;2109;p87"/>
            <p:cNvGrpSpPr/>
            <p:nvPr/>
          </p:nvGrpSpPr>
          <p:grpSpPr>
            <a:xfrm>
              <a:off x="2525595" y="2702596"/>
              <a:ext cx="1251862" cy="1735645"/>
              <a:chOff x="2525595" y="2702596"/>
              <a:chExt cx="1251862" cy="1735645"/>
            </a:xfrm>
          </p:grpSpPr>
          <p:sp>
            <p:nvSpPr>
              <p:cNvPr id="2110" name="Google Shape;2110;p87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111" name="Google Shape;2111;p87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112" name="Google Shape;2112;p8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13" name="Google Shape;2113;p8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14" name="Google Shape;2114;p87"/>
              <p:cNvSpPr txBox="1"/>
              <p:nvPr/>
            </p:nvSpPr>
            <p:spPr>
              <a:xfrm>
                <a:off x="2773357" y="3494441"/>
                <a:ext cx="10041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Doug Cutting é contratado/lidera time no Yahoo!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2115" name="Google Shape;2115;p87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2013487" y="2320950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116" name="Google Shape;2116;p87"/>
          <p:cNvGrpSpPr/>
          <p:nvPr/>
        </p:nvGrpSpPr>
        <p:grpSpPr>
          <a:xfrm>
            <a:off x="1654902" y="2807180"/>
            <a:ext cx="775455" cy="786599"/>
            <a:chOff x="495991" y="2800065"/>
            <a:chExt cx="871200" cy="786599"/>
          </a:xfrm>
        </p:grpSpPr>
        <p:sp>
          <p:nvSpPr>
            <p:cNvPr id="2117" name="Google Shape;2117;p87"/>
            <p:cNvSpPr txBox="1"/>
            <p:nvPr/>
          </p:nvSpPr>
          <p:spPr>
            <a:xfrm>
              <a:off x="495991" y="3215263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2006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18" name="Google Shape;2118;p87"/>
            <p:cNvGrpSpPr/>
            <p:nvPr/>
          </p:nvGrpSpPr>
          <p:grpSpPr>
            <a:xfrm>
              <a:off x="881025" y="2800065"/>
              <a:ext cx="92400" cy="411825"/>
              <a:chOff x="845575" y="2563700"/>
              <a:chExt cx="92400" cy="411825"/>
            </a:xfrm>
          </p:grpSpPr>
          <p:cxnSp>
            <p:nvCxnSpPr>
              <p:cNvPr id="2119" name="Google Shape;2119;p87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20" name="Google Shape;2120;p87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21" name="Google Shape;2121;p87"/>
          <p:cNvSpPr/>
          <p:nvPr/>
        </p:nvSpPr>
        <p:spPr>
          <a:xfrm>
            <a:off x="2667669" y="3086590"/>
            <a:ext cx="1141200" cy="133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87"/>
          <p:cNvSpPr txBox="1"/>
          <p:nvPr/>
        </p:nvSpPr>
        <p:spPr>
          <a:xfrm>
            <a:off x="2277133" y="270972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2007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3" name="Google Shape;2123;p87"/>
          <p:cNvCxnSpPr/>
          <p:nvPr/>
        </p:nvCxnSpPr>
        <p:spPr>
          <a:xfrm rot="10800000">
            <a:off x="2664955" y="3086601"/>
            <a:ext cx="0" cy="35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4" name="Google Shape;2124;p87"/>
          <p:cNvSpPr/>
          <p:nvPr/>
        </p:nvSpPr>
        <p:spPr>
          <a:xfrm rot="10800000">
            <a:off x="2620336" y="3406026"/>
            <a:ext cx="89100" cy="92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5" name="Google Shape;2125;p87"/>
          <p:cNvPicPr preferRelativeResize="0"/>
          <p:nvPr/>
        </p:nvPicPr>
        <p:blipFill rotWithShape="1">
          <a:blip r:embed="rId4">
            <a:alphaModFix/>
          </a:blip>
          <a:srcRect b="9251" l="35955" r="49113" t="70057"/>
          <a:stretch/>
        </p:blipFill>
        <p:spPr>
          <a:xfrm>
            <a:off x="2620325" y="3560775"/>
            <a:ext cx="655991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6" name="Google Shape;2126;p87"/>
          <p:cNvSpPr/>
          <p:nvPr/>
        </p:nvSpPr>
        <p:spPr>
          <a:xfrm>
            <a:off x="3807314" y="3086608"/>
            <a:ext cx="1178100" cy="1335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87"/>
          <p:cNvSpPr txBox="1"/>
          <p:nvPr/>
        </p:nvSpPr>
        <p:spPr>
          <a:xfrm>
            <a:off x="3469655" y="2709730"/>
            <a:ext cx="718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2009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28" name="Google Shape;2128;p87"/>
          <p:cNvGrpSpPr/>
          <p:nvPr/>
        </p:nvGrpSpPr>
        <p:grpSpPr>
          <a:xfrm rot="10800000">
            <a:off x="3766987" y="3097383"/>
            <a:ext cx="88963" cy="411825"/>
            <a:chOff x="2070100" y="2563700"/>
            <a:chExt cx="92400" cy="411825"/>
          </a:xfrm>
        </p:grpSpPr>
        <p:cxnSp>
          <p:nvCxnSpPr>
            <p:cNvPr id="2129" name="Google Shape;2129;p87"/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30" name="Google Shape;2130;p87"/>
            <p:cNvSpPr/>
            <p:nvPr/>
          </p:nvSpPr>
          <p:spPr>
            <a:xfrm>
              <a:off x="2070100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Related image" id="2131" name="Google Shape;2131;p87"/>
          <p:cNvPicPr preferRelativeResize="0"/>
          <p:nvPr/>
        </p:nvPicPr>
        <p:blipFill rotWithShape="1">
          <a:blip r:embed="rId5">
            <a:alphaModFix/>
          </a:blip>
          <a:srcRect b="13728" l="0" r="0" t="21483"/>
          <a:stretch/>
        </p:blipFill>
        <p:spPr>
          <a:xfrm>
            <a:off x="3787000" y="3560771"/>
            <a:ext cx="1096975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mapr old logo" id="2132" name="Google Shape;2132;p87"/>
          <p:cNvPicPr preferRelativeResize="0"/>
          <p:nvPr/>
        </p:nvPicPr>
        <p:blipFill rotWithShape="1">
          <a:blip r:embed="rId6">
            <a:alphaModFix/>
          </a:blip>
          <a:srcRect b="23679" l="0" r="0" t="26896"/>
          <a:stretch/>
        </p:blipFill>
        <p:spPr>
          <a:xfrm>
            <a:off x="3787000" y="4011254"/>
            <a:ext cx="1096975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3" name="Google Shape;2133;p87"/>
          <p:cNvPicPr preferRelativeResize="0"/>
          <p:nvPr/>
        </p:nvPicPr>
        <p:blipFill rotWithShape="1">
          <a:blip r:embed="rId4">
            <a:alphaModFix/>
          </a:blip>
          <a:srcRect b="26051" l="70141" r="16596" t="63705"/>
          <a:stretch/>
        </p:blipFill>
        <p:spPr>
          <a:xfrm>
            <a:off x="6134830" y="3560775"/>
            <a:ext cx="981275" cy="36345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34" name="Google Shape;2134;p87"/>
          <p:cNvSpPr/>
          <p:nvPr/>
        </p:nvSpPr>
        <p:spPr>
          <a:xfrm>
            <a:off x="4993526" y="3086590"/>
            <a:ext cx="1141200" cy="133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87"/>
          <p:cNvSpPr txBox="1"/>
          <p:nvPr/>
        </p:nvSpPr>
        <p:spPr>
          <a:xfrm>
            <a:off x="4604896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2011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36" name="Google Shape;2136;p87"/>
          <p:cNvGrpSpPr/>
          <p:nvPr/>
        </p:nvGrpSpPr>
        <p:grpSpPr>
          <a:xfrm>
            <a:off x="4947616" y="2807180"/>
            <a:ext cx="82245" cy="411825"/>
            <a:chOff x="845575" y="2563700"/>
            <a:chExt cx="92400" cy="411825"/>
          </a:xfrm>
        </p:grpSpPr>
        <p:cxnSp>
          <p:nvCxnSpPr>
            <p:cNvPr id="2137" name="Google Shape;2137;p87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38" name="Google Shape;2138;p87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9" name="Google Shape;2139;p87"/>
          <p:cNvGrpSpPr/>
          <p:nvPr/>
        </p:nvGrpSpPr>
        <p:grpSpPr>
          <a:xfrm>
            <a:off x="5788668" y="2709730"/>
            <a:ext cx="1529950" cy="788696"/>
            <a:chOff x="2525595" y="2702596"/>
            <a:chExt cx="1589063" cy="788696"/>
          </a:xfrm>
        </p:grpSpPr>
        <p:sp>
          <p:nvSpPr>
            <p:cNvPr id="2140" name="Google Shape;2140;p87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41" name="Google Shape;2141;p87"/>
            <p:cNvGrpSpPr/>
            <p:nvPr/>
          </p:nvGrpSpPr>
          <p:grpSpPr>
            <a:xfrm>
              <a:off x="2525595" y="2702596"/>
              <a:ext cx="745800" cy="788696"/>
              <a:chOff x="2525595" y="2702596"/>
              <a:chExt cx="745800" cy="788696"/>
            </a:xfrm>
          </p:grpSpPr>
          <p:sp>
            <p:nvSpPr>
              <p:cNvPr id="2142" name="Google Shape;2142;p87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2013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143" name="Google Shape;2143;p87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144" name="Google Shape;2144;p8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45" name="Google Shape;2145;p8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146" name="Google Shape;2146;p87"/>
          <p:cNvSpPr txBox="1"/>
          <p:nvPr/>
        </p:nvSpPr>
        <p:spPr>
          <a:xfrm>
            <a:off x="6201890" y="4692100"/>
            <a:ext cx="703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versão própria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intel" id="2147" name="Google Shape;2147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6036" y="4215182"/>
            <a:ext cx="835224" cy="553127"/>
          </a:xfrm>
          <a:prstGeom prst="rect">
            <a:avLst/>
          </a:prstGeom>
          <a:noFill/>
          <a:ln>
            <a:noFill/>
          </a:ln>
        </p:spPr>
      </p:pic>
      <p:sp>
        <p:nvSpPr>
          <p:cNvPr id="2148" name="Google Shape;2148;p87"/>
          <p:cNvSpPr txBox="1"/>
          <p:nvPr/>
        </p:nvSpPr>
        <p:spPr>
          <a:xfrm>
            <a:off x="6379060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2014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spark" id="2149" name="Google Shape;2149;p87"/>
          <p:cNvPicPr preferRelativeResize="0"/>
          <p:nvPr/>
        </p:nvPicPr>
        <p:blipFill rotWithShape="1">
          <a:blip r:embed="rId8">
            <a:alphaModFix/>
          </a:blip>
          <a:srcRect b="13711" l="0" r="0" t="0"/>
          <a:stretch/>
        </p:blipFill>
        <p:spPr>
          <a:xfrm>
            <a:off x="6745369" y="2368217"/>
            <a:ext cx="603075" cy="3634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150" name="Google Shape;2150;p87"/>
          <p:cNvGrpSpPr/>
          <p:nvPr/>
        </p:nvGrpSpPr>
        <p:grpSpPr>
          <a:xfrm>
            <a:off x="6718266" y="2807180"/>
            <a:ext cx="82245" cy="411825"/>
            <a:chOff x="845575" y="2563700"/>
            <a:chExt cx="92400" cy="411825"/>
          </a:xfrm>
        </p:grpSpPr>
        <p:cxnSp>
          <p:nvCxnSpPr>
            <p:cNvPr id="2151" name="Google Shape;2151;p87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52" name="Google Shape;2152;p87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3" name="Google Shape;2153;p87"/>
          <p:cNvSpPr txBox="1"/>
          <p:nvPr/>
        </p:nvSpPr>
        <p:spPr>
          <a:xfrm>
            <a:off x="7485350" y="2827037"/>
            <a:ext cx="508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alibri"/>
                <a:ea typeface="Calibri"/>
                <a:cs typeface="Calibri"/>
                <a:sym typeface="Calibri"/>
              </a:rPr>
              <a:t>...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87"/>
          <p:cNvSpPr txBox="1"/>
          <p:nvPr/>
        </p:nvSpPr>
        <p:spPr>
          <a:xfrm>
            <a:off x="4896081" y="1483915"/>
            <a:ext cx="12387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Spinoff Yahoo!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hortonworks old logo" id="2155" name="Google Shape;2155;p8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42263" y="1842951"/>
            <a:ext cx="990310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56" name="Google Shape;2156;p87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4954037" y="2289575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7" name="Google Shape;2157;p87"/>
          <p:cNvSpPr/>
          <p:nvPr/>
        </p:nvSpPr>
        <p:spPr>
          <a:xfrm>
            <a:off x="4978919" y="2544031"/>
            <a:ext cx="937500" cy="13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Calibri"/>
                <a:ea typeface="Calibri"/>
                <a:cs typeface="Calibri"/>
                <a:sym typeface="Calibri"/>
              </a:rPr>
              <a:t>1.0.0 release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yahoo old logo" id="2158" name="Google Shape;2158;p87"/>
          <p:cNvPicPr preferRelativeResize="0"/>
          <p:nvPr/>
        </p:nvPicPr>
        <p:blipFill rotWithShape="1">
          <a:blip r:embed="rId10">
            <a:alphaModFix/>
          </a:blip>
          <a:srcRect b="32936" l="0" r="0" t="31212"/>
          <a:stretch/>
        </p:blipFill>
        <p:spPr>
          <a:xfrm>
            <a:off x="2642131" y="4135225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159" name="Google Shape;2159;p87"/>
          <p:cNvSpPr txBox="1"/>
          <p:nvPr/>
        </p:nvSpPr>
        <p:spPr>
          <a:xfrm>
            <a:off x="2605788" y="4285313"/>
            <a:ext cx="730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700">
                <a:latin typeface="Roboto"/>
                <a:ea typeface="Roboto"/>
                <a:cs typeface="Roboto"/>
                <a:sym typeface="Roboto"/>
              </a:rPr>
              <a:t>Cluster 1k nós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0" name="Google Shape;2160;p87"/>
          <p:cNvSpPr/>
          <p:nvPr/>
        </p:nvSpPr>
        <p:spPr>
          <a:xfrm>
            <a:off x="2620282" y="4059025"/>
            <a:ext cx="6561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87"/>
          <p:cNvSpPr txBox="1"/>
          <p:nvPr/>
        </p:nvSpPr>
        <p:spPr>
          <a:xfrm>
            <a:off x="3787000" y="4312875"/>
            <a:ext cx="1293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Primeira solução comercial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2" name="Google Shape;2162;p87"/>
          <p:cNvSpPr txBox="1"/>
          <p:nvPr/>
        </p:nvSpPr>
        <p:spPr>
          <a:xfrm>
            <a:off x="2605800" y="4557275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 4TB de imagens em 100 EC2s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63" name="Google Shape;2163;p87"/>
          <p:cNvGrpSpPr/>
          <p:nvPr/>
        </p:nvGrpSpPr>
        <p:grpSpPr>
          <a:xfrm>
            <a:off x="3176965" y="2807180"/>
            <a:ext cx="82245" cy="411825"/>
            <a:chOff x="845575" y="2563700"/>
            <a:chExt cx="92400" cy="411825"/>
          </a:xfrm>
        </p:grpSpPr>
        <p:cxnSp>
          <p:nvCxnSpPr>
            <p:cNvPr id="2164" name="Google Shape;2164;p87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65" name="Google Shape;2165;p87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 result for ny times" id="2166" name="Google Shape;2166;p87"/>
          <p:cNvPicPr preferRelativeResize="0"/>
          <p:nvPr/>
        </p:nvPicPr>
        <p:blipFill rotWithShape="1">
          <a:blip r:embed="rId11">
            <a:alphaModFix/>
          </a:blip>
          <a:srcRect b="41542" l="0" r="0" t="42059"/>
          <a:stretch/>
        </p:blipFill>
        <p:spPr>
          <a:xfrm>
            <a:off x="2460275" y="4593849"/>
            <a:ext cx="922872" cy="15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" id="2167" name="Google Shape;2167;p8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07000" y="2314850"/>
            <a:ext cx="460150" cy="46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 Hive" id="2168" name="Google Shape;2168;p8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12100" y="1792624"/>
            <a:ext cx="460150" cy="41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87"/>
          <p:cNvSpPr txBox="1"/>
          <p:nvPr/>
        </p:nvSpPr>
        <p:spPr>
          <a:xfrm>
            <a:off x="3012100" y="1874894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Petabytes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0" name="Google Shape;2170;p87"/>
          <p:cNvSpPr txBox="1"/>
          <p:nvPr/>
        </p:nvSpPr>
        <p:spPr>
          <a:xfrm>
            <a:off x="3012100" y="1400019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Sort mais rápido de 1TB: 9.5 min em 910 nodes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yahoo old logo" id="2171" name="Google Shape;2171;p87"/>
          <p:cNvPicPr preferRelativeResize="0"/>
          <p:nvPr/>
        </p:nvPicPr>
        <p:blipFill rotWithShape="1">
          <a:blip r:embed="rId10">
            <a:alphaModFix/>
          </a:blip>
          <a:srcRect b="32936" l="0" r="0" t="31212"/>
          <a:stretch/>
        </p:blipFill>
        <p:spPr>
          <a:xfrm>
            <a:off x="3007006" y="1212381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87"/>
          <p:cNvSpPr txBox="1"/>
          <p:nvPr/>
        </p:nvSpPr>
        <p:spPr>
          <a:xfrm>
            <a:off x="3787000" y="4584012"/>
            <a:ext cx="14901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Sort mais rápido de 1TB: 62 segs em 1460 nodes</a:t>
            </a:r>
            <a:b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Sort mais rápido de 1PB: 16 horas 3658 nodes</a:t>
            </a:r>
            <a:b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3" name="Google Shape;2173;p87"/>
          <p:cNvSpPr txBox="1"/>
          <p:nvPr/>
        </p:nvSpPr>
        <p:spPr>
          <a:xfrm>
            <a:off x="2826977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2008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88"/>
          <p:cNvSpPr/>
          <p:nvPr/>
        </p:nvSpPr>
        <p:spPr>
          <a:xfrm>
            <a:off x="2620282" y="4059025"/>
            <a:ext cx="6561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8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</a:t>
            </a:r>
            <a:endParaRPr/>
          </a:p>
        </p:txBody>
      </p:sp>
      <p:grpSp>
        <p:nvGrpSpPr>
          <p:cNvPr id="2180" name="Google Shape;2180;p88"/>
          <p:cNvGrpSpPr/>
          <p:nvPr/>
        </p:nvGrpSpPr>
        <p:grpSpPr>
          <a:xfrm>
            <a:off x="-46817" y="1864915"/>
            <a:ext cx="1529937" cy="1728864"/>
            <a:chOff x="495991" y="1857799"/>
            <a:chExt cx="1718837" cy="1728864"/>
          </a:xfrm>
        </p:grpSpPr>
        <p:sp>
          <p:nvSpPr>
            <p:cNvPr id="2181" name="Google Shape;2181;p88"/>
            <p:cNvSpPr/>
            <p:nvPr/>
          </p:nvSpPr>
          <p:spPr>
            <a:xfrm>
              <a:off x="932604" y="3079474"/>
              <a:ext cx="12822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82" name="Google Shape;2182;p88"/>
            <p:cNvGrpSpPr/>
            <p:nvPr/>
          </p:nvGrpSpPr>
          <p:grpSpPr>
            <a:xfrm>
              <a:off x="495991" y="1857799"/>
              <a:ext cx="1718837" cy="1728864"/>
              <a:chOff x="495991" y="1857799"/>
              <a:chExt cx="1718837" cy="1728864"/>
            </a:xfrm>
          </p:grpSpPr>
          <p:sp>
            <p:nvSpPr>
              <p:cNvPr id="2183" name="Google Shape;2183;p88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184" name="Google Shape;2184;p88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185" name="Google Shape;2185;p88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186" name="Google Shape;2186;p88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87" name="Google Shape;2187;p88"/>
              <p:cNvSpPr txBox="1"/>
              <p:nvPr/>
            </p:nvSpPr>
            <p:spPr>
              <a:xfrm>
                <a:off x="823127" y="1857799"/>
                <a:ext cx="1391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Artigo 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GFS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descr="Image result for google 2003 logo" id="2188" name="Google Shape;218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2042500"/>
            <a:ext cx="937525" cy="37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9" name="Google Shape;2189;p88"/>
          <p:cNvGrpSpPr/>
          <p:nvPr/>
        </p:nvGrpSpPr>
        <p:grpSpPr>
          <a:xfrm>
            <a:off x="523841" y="2709730"/>
            <a:ext cx="1096991" cy="1735645"/>
            <a:chOff x="2525595" y="2702596"/>
            <a:chExt cx="1139376" cy="1735645"/>
          </a:xfrm>
        </p:grpSpPr>
        <p:sp>
          <p:nvSpPr>
            <p:cNvPr id="2190" name="Google Shape;2190;p88"/>
            <p:cNvSpPr txBox="1"/>
            <p:nvPr/>
          </p:nvSpPr>
          <p:spPr>
            <a:xfrm>
              <a:off x="2525595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91" name="Google Shape;2191;p88"/>
            <p:cNvGrpSpPr/>
            <p:nvPr/>
          </p:nvGrpSpPr>
          <p:grpSpPr>
            <a:xfrm rot="10800000">
              <a:off x="2849073" y="3079467"/>
              <a:ext cx="92400" cy="411825"/>
              <a:chOff x="2070100" y="2563700"/>
              <a:chExt cx="92400" cy="411825"/>
            </a:xfrm>
          </p:grpSpPr>
          <p:cxnSp>
            <p:nvCxnSpPr>
              <p:cNvPr id="2192" name="Google Shape;2192;p88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93" name="Google Shape;2193;p88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94" name="Google Shape;2194;p88"/>
            <p:cNvSpPr txBox="1"/>
            <p:nvPr/>
          </p:nvSpPr>
          <p:spPr>
            <a:xfrm>
              <a:off x="2773371" y="3494441"/>
              <a:ext cx="8916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Artigo 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MapReduce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pt-BR" sz="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Doug Cutting começa a tentativa de  implementar GFS e MapReduce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95" name="Google Shape;2195;p88"/>
          <p:cNvGrpSpPr/>
          <p:nvPr/>
        </p:nvGrpSpPr>
        <p:grpSpPr>
          <a:xfrm>
            <a:off x="1136954" y="2709730"/>
            <a:ext cx="1529950" cy="1735645"/>
            <a:chOff x="2525595" y="2702596"/>
            <a:chExt cx="1589063" cy="1735645"/>
          </a:xfrm>
        </p:grpSpPr>
        <p:sp>
          <p:nvSpPr>
            <p:cNvPr id="2196" name="Google Shape;2196;p88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7" name="Google Shape;2197;p88"/>
            <p:cNvGrpSpPr/>
            <p:nvPr/>
          </p:nvGrpSpPr>
          <p:grpSpPr>
            <a:xfrm>
              <a:off x="2525595" y="2702596"/>
              <a:ext cx="1251862" cy="1735645"/>
              <a:chOff x="2525595" y="2702596"/>
              <a:chExt cx="1251862" cy="1735645"/>
            </a:xfrm>
          </p:grpSpPr>
          <p:sp>
            <p:nvSpPr>
              <p:cNvPr id="2198" name="Google Shape;2198;p88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2005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199" name="Google Shape;2199;p88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200" name="Google Shape;2200;p88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201" name="Google Shape;2201;p88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02" name="Google Shape;2202;p88"/>
              <p:cNvSpPr txBox="1"/>
              <p:nvPr/>
            </p:nvSpPr>
            <p:spPr>
              <a:xfrm>
                <a:off x="2773357" y="3494441"/>
                <a:ext cx="10041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800">
                    <a:latin typeface="Roboto"/>
                    <a:ea typeface="Roboto"/>
                    <a:cs typeface="Roboto"/>
                    <a:sym typeface="Roboto"/>
                  </a:rPr>
                  <a:t>Doug Cutting é contratado/lidera time no Yahoo!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2203" name="Google Shape;2203;p88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2013487" y="2320950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204" name="Google Shape;2204;p88"/>
          <p:cNvGrpSpPr/>
          <p:nvPr/>
        </p:nvGrpSpPr>
        <p:grpSpPr>
          <a:xfrm>
            <a:off x="1654902" y="2807180"/>
            <a:ext cx="775455" cy="786599"/>
            <a:chOff x="495991" y="2800065"/>
            <a:chExt cx="871200" cy="786599"/>
          </a:xfrm>
        </p:grpSpPr>
        <p:sp>
          <p:nvSpPr>
            <p:cNvPr id="2205" name="Google Shape;2205;p88"/>
            <p:cNvSpPr txBox="1"/>
            <p:nvPr/>
          </p:nvSpPr>
          <p:spPr>
            <a:xfrm>
              <a:off x="495991" y="3215263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latin typeface="Roboto"/>
                  <a:ea typeface="Roboto"/>
                  <a:cs typeface="Roboto"/>
                  <a:sym typeface="Roboto"/>
                </a:rPr>
                <a:t>2006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206" name="Google Shape;2206;p88"/>
            <p:cNvGrpSpPr/>
            <p:nvPr/>
          </p:nvGrpSpPr>
          <p:grpSpPr>
            <a:xfrm>
              <a:off x="881025" y="2800065"/>
              <a:ext cx="92400" cy="411825"/>
              <a:chOff x="845575" y="2563700"/>
              <a:chExt cx="92400" cy="411825"/>
            </a:xfrm>
          </p:grpSpPr>
          <p:cxnSp>
            <p:nvCxnSpPr>
              <p:cNvPr id="2207" name="Google Shape;2207;p88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08" name="Google Shape;2208;p88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09" name="Google Shape;2209;p88"/>
          <p:cNvSpPr/>
          <p:nvPr/>
        </p:nvSpPr>
        <p:spPr>
          <a:xfrm>
            <a:off x="2667669" y="3086590"/>
            <a:ext cx="1141200" cy="133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88"/>
          <p:cNvSpPr txBox="1"/>
          <p:nvPr/>
        </p:nvSpPr>
        <p:spPr>
          <a:xfrm>
            <a:off x="2277133" y="270972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2007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1" name="Google Shape;2211;p88"/>
          <p:cNvCxnSpPr/>
          <p:nvPr/>
        </p:nvCxnSpPr>
        <p:spPr>
          <a:xfrm rot="10800000">
            <a:off x="2664955" y="3086601"/>
            <a:ext cx="0" cy="35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2" name="Google Shape;2212;p88"/>
          <p:cNvSpPr/>
          <p:nvPr/>
        </p:nvSpPr>
        <p:spPr>
          <a:xfrm rot="10800000">
            <a:off x="2620336" y="3406026"/>
            <a:ext cx="89100" cy="92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3" name="Google Shape;2213;p88"/>
          <p:cNvPicPr preferRelativeResize="0"/>
          <p:nvPr/>
        </p:nvPicPr>
        <p:blipFill rotWithShape="1">
          <a:blip r:embed="rId4">
            <a:alphaModFix/>
          </a:blip>
          <a:srcRect b="9251" l="35955" r="49113" t="70057"/>
          <a:stretch/>
        </p:blipFill>
        <p:spPr>
          <a:xfrm>
            <a:off x="2620325" y="3560775"/>
            <a:ext cx="655991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4" name="Google Shape;2214;p88"/>
          <p:cNvSpPr/>
          <p:nvPr/>
        </p:nvSpPr>
        <p:spPr>
          <a:xfrm>
            <a:off x="3807314" y="3086608"/>
            <a:ext cx="1178100" cy="1335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88"/>
          <p:cNvSpPr txBox="1"/>
          <p:nvPr/>
        </p:nvSpPr>
        <p:spPr>
          <a:xfrm>
            <a:off x="3469655" y="2709730"/>
            <a:ext cx="718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2009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16" name="Google Shape;2216;p88"/>
          <p:cNvGrpSpPr/>
          <p:nvPr/>
        </p:nvGrpSpPr>
        <p:grpSpPr>
          <a:xfrm rot="10800000">
            <a:off x="3766987" y="3097383"/>
            <a:ext cx="88963" cy="411825"/>
            <a:chOff x="2070100" y="2563700"/>
            <a:chExt cx="92400" cy="411825"/>
          </a:xfrm>
        </p:grpSpPr>
        <p:cxnSp>
          <p:nvCxnSpPr>
            <p:cNvPr id="2217" name="Google Shape;2217;p88"/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18" name="Google Shape;2218;p88"/>
            <p:cNvSpPr/>
            <p:nvPr/>
          </p:nvSpPr>
          <p:spPr>
            <a:xfrm>
              <a:off x="2070100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Related image" id="2219" name="Google Shape;2219;p88"/>
          <p:cNvPicPr preferRelativeResize="0"/>
          <p:nvPr/>
        </p:nvPicPr>
        <p:blipFill rotWithShape="1">
          <a:blip r:embed="rId5">
            <a:alphaModFix/>
          </a:blip>
          <a:srcRect b="13728" l="0" r="0" t="21483"/>
          <a:stretch/>
        </p:blipFill>
        <p:spPr>
          <a:xfrm>
            <a:off x="3787000" y="3560771"/>
            <a:ext cx="1096975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mapr old logo" id="2220" name="Google Shape;2220;p88"/>
          <p:cNvPicPr preferRelativeResize="0"/>
          <p:nvPr/>
        </p:nvPicPr>
        <p:blipFill rotWithShape="1">
          <a:blip r:embed="rId6">
            <a:alphaModFix/>
          </a:blip>
          <a:srcRect b="23679" l="0" r="0" t="26896"/>
          <a:stretch/>
        </p:blipFill>
        <p:spPr>
          <a:xfrm>
            <a:off x="3787000" y="4011254"/>
            <a:ext cx="1096975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1" name="Google Shape;2221;p88"/>
          <p:cNvSpPr txBox="1"/>
          <p:nvPr/>
        </p:nvSpPr>
        <p:spPr>
          <a:xfrm>
            <a:off x="3787000" y="4312875"/>
            <a:ext cx="1293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Primeira solução comercial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22" name="Google Shape;2222;p88"/>
          <p:cNvPicPr preferRelativeResize="0"/>
          <p:nvPr/>
        </p:nvPicPr>
        <p:blipFill rotWithShape="1">
          <a:blip r:embed="rId4">
            <a:alphaModFix/>
          </a:blip>
          <a:srcRect b="26051" l="70141" r="16596" t="63705"/>
          <a:stretch/>
        </p:blipFill>
        <p:spPr>
          <a:xfrm>
            <a:off x="6134830" y="3560775"/>
            <a:ext cx="981275" cy="36345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3" name="Google Shape;2223;p88"/>
          <p:cNvSpPr/>
          <p:nvPr/>
        </p:nvSpPr>
        <p:spPr>
          <a:xfrm>
            <a:off x="4993526" y="3086590"/>
            <a:ext cx="1141200" cy="1335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88"/>
          <p:cNvSpPr txBox="1"/>
          <p:nvPr/>
        </p:nvSpPr>
        <p:spPr>
          <a:xfrm>
            <a:off x="4604896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2011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25" name="Google Shape;2225;p88"/>
          <p:cNvGrpSpPr/>
          <p:nvPr/>
        </p:nvGrpSpPr>
        <p:grpSpPr>
          <a:xfrm>
            <a:off x="4947616" y="2807180"/>
            <a:ext cx="82245" cy="411825"/>
            <a:chOff x="845575" y="2563700"/>
            <a:chExt cx="92400" cy="411825"/>
          </a:xfrm>
        </p:grpSpPr>
        <p:cxnSp>
          <p:nvCxnSpPr>
            <p:cNvPr id="2226" name="Google Shape;2226;p88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27" name="Google Shape;2227;p88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8" name="Google Shape;2228;p88"/>
          <p:cNvGrpSpPr/>
          <p:nvPr/>
        </p:nvGrpSpPr>
        <p:grpSpPr>
          <a:xfrm>
            <a:off x="5788668" y="2709730"/>
            <a:ext cx="1529950" cy="788696"/>
            <a:chOff x="2525595" y="2702596"/>
            <a:chExt cx="1589063" cy="788696"/>
          </a:xfrm>
        </p:grpSpPr>
        <p:sp>
          <p:nvSpPr>
            <p:cNvPr id="2229" name="Google Shape;2229;p88"/>
            <p:cNvSpPr/>
            <p:nvPr/>
          </p:nvSpPr>
          <p:spPr>
            <a:xfrm>
              <a:off x="2890959" y="3079474"/>
              <a:ext cx="12237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0" name="Google Shape;2230;p88"/>
            <p:cNvGrpSpPr/>
            <p:nvPr/>
          </p:nvGrpSpPr>
          <p:grpSpPr>
            <a:xfrm>
              <a:off x="2525595" y="2702596"/>
              <a:ext cx="745800" cy="788696"/>
              <a:chOff x="2525595" y="2702596"/>
              <a:chExt cx="745800" cy="788696"/>
            </a:xfrm>
          </p:grpSpPr>
          <p:sp>
            <p:nvSpPr>
              <p:cNvPr id="2231" name="Google Shape;2231;p88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pt-BR" sz="1200">
                    <a:latin typeface="Roboto"/>
                    <a:ea typeface="Roboto"/>
                    <a:cs typeface="Roboto"/>
                    <a:sym typeface="Roboto"/>
                  </a:rPr>
                  <a:t>2013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232" name="Google Shape;2232;p88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233" name="Google Shape;2233;p88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234" name="Google Shape;2234;p88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235" name="Google Shape;2235;p88"/>
          <p:cNvSpPr txBox="1"/>
          <p:nvPr/>
        </p:nvSpPr>
        <p:spPr>
          <a:xfrm>
            <a:off x="6201890" y="4692100"/>
            <a:ext cx="703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versão própria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intel" id="2236" name="Google Shape;2236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6036" y="4215182"/>
            <a:ext cx="835224" cy="553127"/>
          </a:xfrm>
          <a:prstGeom prst="rect">
            <a:avLst/>
          </a:prstGeom>
          <a:noFill/>
          <a:ln>
            <a:noFill/>
          </a:ln>
        </p:spPr>
      </p:pic>
      <p:sp>
        <p:nvSpPr>
          <p:cNvPr id="2237" name="Google Shape;2237;p88"/>
          <p:cNvSpPr txBox="1"/>
          <p:nvPr/>
        </p:nvSpPr>
        <p:spPr>
          <a:xfrm>
            <a:off x="6379060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2014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spark" id="2238" name="Google Shape;2238;p88"/>
          <p:cNvPicPr preferRelativeResize="0"/>
          <p:nvPr/>
        </p:nvPicPr>
        <p:blipFill rotWithShape="1">
          <a:blip r:embed="rId8">
            <a:alphaModFix/>
          </a:blip>
          <a:srcRect b="13711" l="0" r="0" t="0"/>
          <a:stretch/>
        </p:blipFill>
        <p:spPr>
          <a:xfrm>
            <a:off x="6745369" y="2368217"/>
            <a:ext cx="603075" cy="3634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239" name="Google Shape;2239;p88"/>
          <p:cNvGrpSpPr/>
          <p:nvPr/>
        </p:nvGrpSpPr>
        <p:grpSpPr>
          <a:xfrm>
            <a:off x="6718266" y="2807180"/>
            <a:ext cx="82245" cy="411825"/>
            <a:chOff x="845575" y="2563700"/>
            <a:chExt cx="92400" cy="411825"/>
          </a:xfrm>
        </p:grpSpPr>
        <p:cxnSp>
          <p:nvCxnSpPr>
            <p:cNvPr id="2240" name="Google Shape;2240;p88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41" name="Google Shape;2241;p88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2" name="Google Shape;2242;p88"/>
          <p:cNvSpPr txBox="1"/>
          <p:nvPr/>
        </p:nvSpPr>
        <p:spPr>
          <a:xfrm>
            <a:off x="7485350" y="2827037"/>
            <a:ext cx="508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alibri"/>
                <a:ea typeface="Calibri"/>
                <a:cs typeface="Calibri"/>
                <a:sym typeface="Calibri"/>
              </a:rPr>
              <a:t>...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88"/>
          <p:cNvSpPr txBox="1"/>
          <p:nvPr/>
        </p:nvSpPr>
        <p:spPr>
          <a:xfrm>
            <a:off x="4896081" y="1483915"/>
            <a:ext cx="12387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Spinoff Yahoo!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hortonworks old logo" id="2244" name="Google Shape;2244;p8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42263" y="1842951"/>
            <a:ext cx="990310" cy="35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45" name="Google Shape;2245;p88"/>
          <p:cNvPicPr preferRelativeResize="0"/>
          <p:nvPr/>
        </p:nvPicPr>
        <p:blipFill rotWithShape="1">
          <a:blip r:embed="rId4">
            <a:alphaModFix/>
          </a:blip>
          <a:srcRect b="24213" l="20044" r="66890" t="63500"/>
          <a:stretch/>
        </p:blipFill>
        <p:spPr>
          <a:xfrm>
            <a:off x="4954037" y="2289575"/>
            <a:ext cx="966755" cy="435900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6" name="Google Shape;2246;p88"/>
          <p:cNvSpPr/>
          <p:nvPr/>
        </p:nvSpPr>
        <p:spPr>
          <a:xfrm>
            <a:off x="4978919" y="2544031"/>
            <a:ext cx="937500" cy="13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Calibri"/>
                <a:ea typeface="Calibri"/>
                <a:cs typeface="Calibri"/>
                <a:sym typeface="Calibri"/>
              </a:rPr>
              <a:t>1.0.0 release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yahoo old logo" id="2247" name="Google Shape;2247;p88"/>
          <p:cNvPicPr preferRelativeResize="0"/>
          <p:nvPr/>
        </p:nvPicPr>
        <p:blipFill rotWithShape="1">
          <a:blip r:embed="rId10">
            <a:alphaModFix/>
          </a:blip>
          <a:srcRect b="32936" l="0" r="0" t="31212"/>
          <a:stretch/>
        </p:blipFill>
        <p:spPr>
          <a:xfrm>
            <a:off x="2642131" y="4135225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88"/>
          <p:cNvSpPr txBox="1"/>
          <p:nvPr/>
        </p:nvSpPr>
        <p:spPr>
          <a:xfrm>
            <a:off x="2605788" y="4285313"/>
            <a:ext cx="730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700">
                <a:latin typeface="Roboto"/>
                <a:ea typeface="Roboto"/>
                <a:cs typeface="Roboto"/>
                <a:sym typeface="Roboto"/>
              </a:rPr>
              <a:t>Cluster 1k nós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9" name="Google Shape;2249;p88"/>
          <p:cNvSpPr txBox="1"/>
          <p:nvPr/>
        </p:nvSpPr>
        <p:spPr>
          <a:xfrm>
            <a:off x="2605800" y="4557275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br>
              <a:rPr b="1" lang="pt-BR" sz="800"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 4TB de imagens em 100 EC2s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50" name="Google Shape;2250;p88"/>
          <p:cNvGrpSpPr/>
          <p:nvPr/>
        </p:nvGrpSpPr>
        <p:grpSpPr>
          <a:xfrm>
            <a:off x="3176965" y="2807180"/>
            <a:ext cx="82245" cy="411825"/>
            <a:chOff x="845575" y="2563700"/>
            <a:chExt cx="92400" cy="411825"/>
          </a:xfrm>
        </p:grpSpPr>
        <p:cxnSp>
          <p:nvCxnSpPr>
            <p:cNvPr id="2251" name="Google Shape;2251;p88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52" name="Google Shape;2252;p88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 result for ny times" id="2253" name="Google Shape;2253;p88"/>
          <p:cNvPicPr preferRelativeResize="0"/>
          <p:nvPr/>
        </p:nvPicPr>
        <p:blipFill rotWithShape="1">
          <a:blip r:embed="rId11">
            <a:alphaModFix/>
          </a:blip>
          <a:srcRect b="41542" l="0" r="0" t="42059"/>
          <a:stretch/>
        </p:blipFill>
        <p:spPr>
          <a:xfrm>
            <a:off x="2460275" y="4593849"/>
            <a:ext cx="922872" cy="15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" id="2254" name="Google Shape;2254;p8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07000" y="2314850"/>
            <a:ext cx="460150" cy="46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cebook Hive" id="2255" name="Google Shape;2255;p8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12100" y="1792624"/>
            <a:ext cx="460150" cy="41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88"/>
          <p:cNvSpPr txBox="1"/>
          <p:nvPr/>
        </p:nvSpPr>
        <p:spPr>
          <a:xfrm>
            <a:off x="3012100" y="1874894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Petabytes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7" name="Google Shape;2257;p88"/>
          <p:cNvSpPr txBox="1"/>
          <p:nvPr/>
        </p:nvSpPr>
        <p:spPr>
          <a:xfrm>
            <a:off x="3012100" y="1400019"/>
            <a:ext cx="775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latin typeface="Roboto"/>
                <a:ea typeface="Roboto"/>
                <a:cs typeface="Roboto"/>
                <a:sym typeface="Roboto"/>
              </a:rPr>
              <a:t>Sort mais rápido de 1TB: 9.5 min em 910 nodes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 result for yahoo old logo" id="2258" name="Google Shape;2258;p88"/>
          <p:cNvPicPr preferRelativeResize="0"/>
          <p:nvPr/>
        </p:nvPicPr>
        <p:blipFill rotWithShape="1">
          <a:blip r:embed="rId10">
            <a:alphaModFix/>
          </a:blip>
          <a:srcRect b="32936" l="0" r="0" t="31212"/>
          <a:stretch/>
        </p:blipFill>
        <p:spPr>
          <a:xfrm>
            <a:off x="3007006" y="1212381"/>
            <a:ext cx="603075" cy="15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88"/>
          <p:cNvSpPr txBox="1"/>
          <p:nvPr/>
        </p:nvSpPr>
        <p:spPr>
          <a:xfrm>
            <a:off x="3787000" y="4584012"/>
            <a:ext cx="14901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Sort mais rápido de 1TB: 62 segs em 1460 nodes</a:t>
            </a:r>
            <a:b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Sort mais rápido de 1PB: 16 horas 3658 nodes</a:t>
            </a:r>
            <a:br>
              <a:rPr b="1"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0" name="Google Shape;2260;p88"/>
          <p:cNvSpPr txBox="1"/>
          <p:nvPr/>
        </p:nvSpPr>
        <p:spPr>
          <a:xfrm>
            <a:off x="2826977" y="3222379"/>
            <a:ext cx="77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2008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89"/>
          <p:cNvSpPr/>
          <p:nvPr/>
        </p:nvSpPr>
        <p:spPr>
          <a:xfrm>
            <a:off x="2282400" y="1889850"/>
            <a:ext cx="45792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8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Estrutura do Framework - v1.*.*</a:t>
            </a:r>
            <a:endParaRPr/>
          </a:p>
        </p:txBody>
      </p:sp>
      <p:sp>
        <p:nvSpPr>
          <p:cNvPr id="2267" name="Google Shape;2267;p89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68" name="Google Shape;2268;p89"/>
          <p:cNvSpPr/>
          <p:nvPr/>
        </p:nvSpPr>
        <p:spPr>
          <a:xfrm>
            <a:off x="2754877" y="267792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MapReduce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/>
          </a:p>
        </p:txBody>
      </p:sp>
      <p:sp>
        <p:nvSpPr>
          <p:cNvPr id="2269" name="Google Shape;2269;p89"/>
          <p:cNvSpPr/>
          <p:nvPr/>
        </p:nvSpPr>
        <p:spPr>
          <a:xfrm>
            <a:off x="2754976" y="339167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HDFS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Sistema de Arquivos Distribuído</a:t>
            </a:r>
            <a:endParaRPr b="1"/>
          </a:p>
        </p:txBody>
      </p:sp>
      <p:sp>
        <p:nvSpPr>
          <p:cNvPr id="2270" name="Google Shape;2270;p89"/>
          <p:cNvSpPr/>
          <p:nvPr/>
        </p:nvSpPr>
        <p:spPr>
          <a:xfrm>
            <a:off x="6428750" y="2845175"/>
            <a:ext cx="748800" cy="327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89"/>
          <p:cNvSpPr/>
          <p:nvPr/>
        </p:nvSpPr>
        <p:spPr>
          <a:xfrm>
            <a:off x="6966625" y="2740625"/>
            <a:ext cx="2013600" cy="536100"/>
          </a:xfrm>
          <a:prstGeom prst="roundRect">
            <a:avLst>
              <a:gd fmla="val 16667" name="adj"/>
            </a:avLst>
          </a:prstGeom>
          <a:solidFill>
            <a:srgbClr val="00CEF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Atende bem os cenários de p</a:t>
            </a:r>
            <a:r>
              <a:rPr b="1" lang="pt-B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rocessamento em lotes 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(alta latência)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doop-logo" id="2272" name="Google Shape;227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8469" y="544943"/>
            <a:ext cx="1496450" cy="378107"/>
          </a:xfrm>
          <a:prstGeom prst="rect">
            <a:avLst/>
          </a:prstGeom>
          <a:noFill/>
          <a:ln>
            <a:noFill/>
          </a:ln>
        </p:spPr>
      </p:pic>
      <p:sp>
        <p:nvSpPr>
          <p:cNvPr id="2273" name="Google Shape;2273;p89"/>
          <p:cNvSpPr/>
          <p:nvPr/>
        </p:nvSpPr>
        <p:spPr>
          <a:xfrm>
            <a:off x="6428750" y="3558925"/>
            <a:ext cx="748800" cy="327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89"/>
          <p:cNvSpPr/>
          <p:nvPr/>
        </p:nvSpPr>
        <p:spPr>
          <a:xfrm>
            <a:off x="6966625" y="3454375"/>
            <a:ext cx="2013600" cy="536100"/>
          </a:xfrm>
          <a:prstGeom prst="roundRect">
            <a:avLst>
              <a:gd fmla="val 16667" name="adj"/>
            </a:avLst>
          </a:prstGeom>
          <a:solidFill>
            <a:srgbClr val="00CEF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89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2276" name="Google Shape;227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77" name="Google Shape;227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78" name="Google Shape;227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79" name="Google Shape;227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0" name="Google Shape;228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1" name="Google Shape;228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2" name="Google Shape;228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3" name="Google Shape;228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4" name="Google Shape;228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5" name="Google Shape;228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6" name="Google Shape;228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7" name="Google Shape;228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8" name="Google Shape;228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89" name="Google Shape;228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90" name="Google Shape;229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91" name="Google Shape;229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92" name="Google Shape;229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93" name="Google Shape;229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94" name="Google Shape;229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295" name="Google Shape;229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9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 - A meta Arquitetura</a:t>
            </a:r>
            <a:endParaRPr/>
          </a:p>
        </p:txBody>
      </p:sp>
      <p:sp>
        <p:nvSpPr>
          <p:cNvPr id="2301" name="Google Shape;2301;p90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02" name="Google Shape;2302;p90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3" name="Google Shape;2303;p90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4" name="Google Shape;2304;p90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90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6" name="Google Shape;2306;p90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7" name="Google Shape;2307;p90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8" name="Google Shape;2308;p90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9" name="Google Shape;2309;p90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0" name="Google Shape;2310;p90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1" name="Google Shape;2311;p90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2" name="Google Shape;2312;p90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3" name="Google Shape;2313;p90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90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5" name="Google Shape;2315;p90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90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90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90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90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90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90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2" name="Google Shape;2322;p90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91"/>
          <p:cNvSpPr/>
          <p:nvPr/>
        </p:nvSpPr>
        <p:spPr>
          <a:xfrm>
            <a:off x="2282400" y="1889850"/>
            <a:ext cx="45792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9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Estrutura do Framework - v2.*.*</a:t>
            </a:r>
            <a:endParaRPr/>
          </a:p>
        </p:txBody>
      </p:sp>
      <p:sp>
        <p:nvSpPr>
          <p:cNvPr id="2329" name="Google Shape;2329;p91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30" name="Google Shape;2330;p91"/>
          <p:cNvSpPr/>
          <p:nvPr/>
        </p:nvSpPr>
        <p:spPr>
          <a:xfrm>
            <a:off x="2754877" y="224767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MapReduce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/>
          </a:p>
        </p:txBody>
      </p:sp>
      <p:sp>
        <p:nvSpPr>
          <p:cNvPr id="2331" name="Google Shape;2331;p91"/>
          <p:cNvSpPr/>
          <p:nvPr/>
        </p:nvSpPr>
        <p:spPr>
          <a:xfrm>
            <a:off x="2754976" y="339167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HDFS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Sistema de Arquivos Distribuído</a:t>
            </a:r>
            <a:endParaRPr b="1"/>
          </a:p>
        </p:txBody>
      </p:sp>
      <p:pic>
        <p:nvPicPr>
          <p:cNvPr descr="hadoop-logo" id="2332" name="Google Shape;233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8469" y="544943"/>
            <a:ext cx="1496450" cy="378107"/>
          </a:xfrm>
          <a:prstGeom prst="rect">
            <a:avLst/>
          </a:prstGeom>
          <a:noFill/>
          <a:ln>
            <a:noFill/>
          </a:ln>
        </p:spPr>
      </p:pic>
      <p:sp>
        <p:nvSpPr>
          <p:cNvPr id="2333" name="Google Shape;2333;p91"/>
          <p:cNvSpPr/>
          <p:nvPr/>
        </p:nvSpPr>
        <p:spPr>
          <a:xfrm>
            <a:off x="2754975" y="2961425"/>
            <a:ext cx="3634200" cy="378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YARN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</a:rPr>
              <a:t>Gerenciador de Recursos</a:t>
            </a:r>
            <a:endParaRPr b="1" sz="1300"/>
          </a:p>
        </p:txBody>
      </p:sp>
      <p:sp>
        <p:nvSpPr>
          <p:cNvPr id="2334" name="Google Shape;2334;p91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2335" name="Google Shape;2335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36" name="Google Shape;233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37" name="Google Shape;233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38" name="Google Shape;233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39" name="Google Shape;233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0" name="Google Shape;234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1" name="Google Shape;234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2" name="Google Shape;234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3" name="Google Shape;234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4" name="Google Shape;234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5" name="Google Shape;2345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6" name="Google Shape;234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7" name="Google Shape;234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8" name="Google Shape;234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49" name="Google Shape;234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50" name="Google Shape;235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51" name="Google Shape;235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52" name="Google Shape;235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53" name="Google Shape;235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54" name="Google Shape;235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92"/>
          <p:cNvSpPr/>
          <p:nvPr/>
        </p:nvSpPr>
        <p:spPr>
          <a:xfrm>
            <a:off x="2282400" y="1889850"/>
            <a:ext cx="45792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9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Estrutura do Framework - v2.*.*</a:t>
            </a:r>
            <a:endParaRPr/>
          </a:p>
        </p:txBody>
      </p:sp>
      <p:sp>
        <p:nvSpPr>
          <p:cNvPr id="2361" name="Google Shape;2361;p92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62" name="Google Shape;2362;p92"/>
          <p:cNvSpPr/>
          <p:nvPr/>
        </p:nvSpPr>
        <p:spPr>
          <a:xfrm>
            <a:off x="2754877" y="224767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MapReduce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/>
          </a:p>
        </p:txBody>
      </p:sp>
      <p:sp>
        <p:nvSpPr>
          <p:cNvPr id="2363" name="Google Shape;2363;p92"/>
          <p:cNvSpPr/>
          <p:nvPr/>
        </p:nvSpPr>
        <p:spPr>
          <a:xfrm>
            <a:off x="2754976" y="339167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HDFS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Sistema de Arquivos Distribuído</a:t>
            </a:r>
            <a:endParaRPr b="1"/>
          </a:p>
        </p:txBody>
      </p:sp>
      <p:pic>
        <p:nvPicPr>
          <p:cNvPr descr="hadoop-logo" id="2364" name="Google Shape;236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8469" y="544943"/>
            <a:ext cx="1496450" cy="378107"/>
          </a:xfrm>
          <a:prstGeom prst="rect">
            <a:avLst/>
          </a:prstGeom>
          <a:noFill/>
          <a:ln>
            <a:noFill/>
          </a:ln>
        </p:spPr>
      </p:pic>
      <p:sp>
        <p:nvSpPr>
          <p:cNvPr id="2365" name="Google Shape;2365;p92"/>
          <p:cNvSpPr/>
          <p:nvPr/>
        </p:nvSpPr>
        <p:spPr>
          <a:xfrm>
            <a:off x="2754975" y="2961425"/>
            <a:ext cx="3634200" cy="378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YARN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</a:rPr>
              <a:t>Gerenciador de Recursos</a:t>
            </a:r>
            <a:endParaRPr b="1" sz="1300"/>
          </a:p>
        </p:txBody>
      </p:sp>
      <p:sp>
        <p:nvSpPr>
          <p:cNvPr id="2366" name="Google Shape;2366;p92"/>
          <p:cNvSpPr/>
          <p:nvPr/>
        </p:nvSpPr>
        <p:spPr>
          <a:xfrm>
            <a:off x="6436025" y="2986925"/>
            <a:ext cx="748800" cy="327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92"/>
          <p:cNvSpPr/>
          <p:nvPr/>
        </p:nvSpPr>
        <p:spPr>
          <a:xfrm>
            <a:off x="6973900" y="2809700"/>
            <a:ext cx="2141100" cy="1884600"/>
          </a:xfrm>
          <a:prstGeom prst="roundRect">
            <a:avLst>
              <a:gd fmla="val 16667" name="adj"/>
            </a:avLst>
          </a:prstGeom>
          <a:solidFill>
            <a:srgbClr val="00CEF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Tira a responsabilidade de gerenciar os recursos (cpu, mem, I/O) e controlar jobs do componente MapReduce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92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2369" name="Google Shape;236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0" name="Google Shape;237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1" name="Google Shape;237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2" name="Google Shape;2372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3" name="Google Shape;2373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4" name="Google Shape;2374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5" name="Google Shape;237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6" name="Google Shape;237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7" name="Google Shape;237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8" name="Google Shape;237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79" name="Google Shape;237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80" name="Google Shape;238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81" name="Google Shape;238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82" name="Google Shape;2382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83" name="Google Shape;2383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84" name="Google Shape;2384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85" name="Google Shape;238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86" name="Google Shape;238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87" name="Google Shape;238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388" name="Google Shape;238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93"/>
          <p:cNvSpPr/>
          <p:nvPr/>
        </p:nvSpPr>
        <p:spPr>
          <a:xfrm>
            <a:off x="2282400" y="1889850"/>
            <a:ext cx="45792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9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Estrutura do Framework - v2.*.*</a:t>
            </a:r>
            <a:endParaRPr/>
          </a:p>
        </p:txBody>
      </p:sp>
      <p:sp>
        <p:nvSpPr>
          <p:cNvPr id="2395" name="Google Shape;2395;p93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96" name="Google Shape;2396;p93"/>
          <p:cNvSpPr/>
          <p:nvPr/>
        </p:nvSpPr>
        <p:spPr>
          <a:xfrm>
            <a:off x="2754877" y="224767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MapReduce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/>
          </a:p>
        </p:txBody>
      </p:sp>
      <p:sp>
        <p:nvSpPr>
          <p:cNvPr id="2397" name="Google Shape;2397;p93"/>
          <p:cNvSpPr/>
          <p:nvPr/>
        </p:nvSpPr>
        <p:spPr>
          <a:xfrm>
            <a:off x="2754976" y="339167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HDFS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Sistema de Arquivos Distribuído</a:t>
            </a:r>
            <a:endParaRPr b="1"/>
          </a:p>
        </p:txBody>
      </p:sp>
      <p:pic>
        <p:nvPicPr>
          <p:cNvPr descr="hadoop-logo" id="2398" name="Google Shape;239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8469" y="544943"/>
            <a:ext cx="1496450" cy="378107"/>
          </a:xfrm>
          <a:prstGeom prst="rect">
            <a:avLst/>
          </a:prstGeom>
          <a:noFill/>
          <a:ln>
            <a:noFill/>
          </a:ln>
        </p:spPr>
      </p:pic>
      <p:sp>
        <p:nvSpPr>
          <p:cNvPr id="2399" name="Google Shape;2399;p93"/>
          <p:cNvSpPr/>
          <p:nvPr/>
        </p:nvSpPr>
        <p:spPr>
          <a:xfrm>
            <a:off x="2754975" y="2961425"/>
            <a:ext cx="3634200" cy="378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YARN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</a:rPr>
              <a:t>Gerenciador de Recursos</a:t>
            </a:r>
            <a:endParaRPr b="1" sz="1300"/>
          </a:p>
        </p:txBody>
      </p:sp>
      <p:sp>
        <p:nvSpPr>
          <p:cNvPr id="2400" name="Google Shape;2400;p93"/>
          <p:cNvSpPr/>
          <p:nvPr/>
        </p:nvSpPr>
        <p:spPr>
          <a:xfrm>
            <a:off x="6436025" y="2986925"/>
            <a:ext cx="748800" cy="327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93"/>
          <p:cNvSpPr/>
          <p:nvPr/>
        </p:nvSpPr>
        <p:spPr>
          <a:xfrm>
            <a:off x="6973900" y="2809700"/>
            <a:ext cx="2141100" cy="1884600"/>
          </a:xfrm>
          <a:prstGeom prst="roundRect">
            <a:avLst>
              <a:gd fmla="val 16667" name="adj"/>
            </a:avLst>
          </a:prstGeom>
          <a:solidFill>
            <a:srgbClr val="00CEF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MapReduce vira uma Execution Engine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HDFS pode ser utilizado por outras Engines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Começa uma revolução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93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2403" name="Google Shape;2403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04" name="Google Shape;240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05" name="Google Shape;240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06" name="Google Shape;240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07" name="Google Shape;240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08" name="Google Shape;240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09" name="Google Shape;240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0" name="Google Shape;2410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1" name="Google Shape;241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2" name="Google Shape;241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3" name="Google Shape;2413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4" name="Google Shape;241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5" name="Google Shape;241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6" name="Google Shape;241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7" name="Google Shape;241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8" name="Google Shape;241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19" name="Google Shape;241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20" name="Google Shape;2420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21" name="Google Shape;242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22" name="Google Shape;242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94"/>
          <p:cNvSpPr/>
          <p:nvPr/>
        </p:nvSpPr>
        <p:spPr>
          <a:xfrm>
            <a:off x="770475" y="1889850"/>
            <a:ext cx="79809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9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revolução</a:t>
            </a:r>
            <a:endParaRPr/>
          </a:p>
        </p:txBody>
      </p:sp>
      <p:sp>
        <p:nvSpPr>
          <p:cNvPr id="2429" name="Google Shape;2429;p94"/>
          <p:cNvSpPr/>
          <p:nvPr/>
        </p:nvSpPr>
        <p:spPr>
          <a:xfrm>
            <a:off x="1596575" y="2246175"/>
            <a:ext cx="87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dk1"/>
                </a:solidFill>
              </a:rPr>
              <a:t>MapReduce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2430" name="Google Shape;2430;p94"/>
          <p:cNvSpPr/>
          <p:nvPr/>
        </p:nvSpPr>
        <p:spPr>
          <a:xfrm>
            <a:off x="1594100" y="3391675"/>
            <a:ext cx="6412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HDFS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Sistema de Arquivos Distribuído</a:t>
            </a:r>
            <a:endParaRPr b="1"/>
          </a:p>
        </p:txBody>
      </p:sp>
      <p:sp>
        <p:nvSpPr>
          <p:cNvPr id="2431" name="Google Shape;2431;p94"/>
          <p:cNvSpPr/>
          <p:nvPr/>
        </p:nvSpPr>
        <p:spPr>
          <a:xfrm>
            <a:off x="1594100" y="4105425"/>
            <a:ext cx="6412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2432" name="Google Shape;243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27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33" name="Google Shape;243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69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34" name="Google Shape;243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011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35" name="Google Shape;243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537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36" name="Google Shape;243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95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37" name="Google Shape;243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66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38" name="Google Shape;243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08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39" name="Google Shape;243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9511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0" name="Google Shape;244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933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1" name="Google Shape;244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35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2" name="Google Shape;244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06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3" name="Google Shape;244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48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4" name="Google Shape;244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90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5" name="Google Shape;244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33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6" name="Google Shape;244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75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7" name="Google Shape;244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46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8" name="Google Shape;244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88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49" name="Google Shape;244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30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50" name="Google Shape;245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2727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51" name="Google Shape;245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14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doop-logo" id="2452" name="Google Shape;2452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8469" y="544943"/>
            <a:ext cx="1496450" cy="378107"/>
          </a:xfrm>
          <a:prstGeom prst="rect">
            <a:avLst/>
          </a:prstGeom>
          <a:noFill/>
          <a:ln>
            <a:noFill/>
          </a:ln>
        </p:spPr>
      </p:pic>
      <p:sp>
        <p:nvSpPr>
          <p:cNvPr id="2453" name="Google Shape;2453;p94"/>
          <p:cNvSpPr/>
          <p:nvPr/>
        </p:nvSpPr>
        <p:spPr>
          <a:xfrm>
            <a:off x="1594100" y="2961425"/>
            <a:ext cx="6412200" cy="378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YARN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</a:rPr>
              <a:t>Gerenciador de Recursos</a:t>
            </a:r>
            <a:endParaRPr b="1" sz="1300"/>
          </a:p>
        </p:txBody>
      </p:sp>
      <p:sp>
        <p:nvSpPr>
          <p:cNvPr id="2454" name="Google Shape;2454;p94"/>
          <p:cNvSpPr/>
          <p:nvPr/>
        </p:nvSpPr>
        <p:spPr>
          <a:xfrm>
            <a:off x="4355292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455" name="Google Shape;2455;p94"/>
          <p:cNvSpPr/>
          <p:nvPr/>
        </p:nvSpPr>
        <p:spPr>
          <a:xfrm>
            <a:off x="3434228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456" name="Google Shape;2456;p94"/>
          <p:cNvSpPr/>
          <p:nvPr/>
        </p:nvSpPr>
        <p:spPr>
          <a:xfrm>
            <a:off x="2515402" y="22461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457" name="Google Shape;2457;p94"/>
          <p:cNvSpPr txBox="1"/>
          <p:nvPr/>
        </p:nvSpPr>
        <p:spPr>
          <a:xfrm>
            <a:off x="3390883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Memória / Stream</a:t>
            </a:r>
            <a:endParaRPr sz="600"/>
          </a:p>
        </p:txBody>
      </p:sp>
      <p:sp>
        <p:nvSpPr>
          <p:cNvPr id="2458" name="Google Shape;2458;p94"/>
          <p:cNvSpPr txBox="1"/>
          <p:nvPr/>
        </p:nvSpPr>
        <p:spPr>
          <a:xfrm>
            <a:off x="2523044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Stream</a:t>
            </a:r>
            <a:endParaRPr b="1" sz="600">
              <a:solidFill>
                <a:schemeClr val="dk1"/>
              </a:solidFill>
            </a:endParaRPr>
          </a:p>
        </p:txBody>
      </p:sp>
      <p:pic>
        <p:nvPicPr>
          <p:cNvPr descr="Image result for spark" id="2459" name="Google Shape;2459;p94"/>
          <p:cNvPicPr preferRelativeResize="0"/>
          <p:nvPr/>
        </p:nvPicPr>
        <p:blipFill rotWithShape="1">
          <a:blip r:embed="rId5">
            <a:alphaModFix/>
          </a:blip>
          <a:srcRect b="31866" l="0" r="0" t="0"/>
          <a:stretch/>
        </p:blipFill>
        <p:spPr>
          <a:xfrm>
            <a:off x="3559438" y="2360844"/>
            <a:ext cx="627200" cy="29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pache storm" id="2460" name="Google Shape;2460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9500" y="2448516"/>
            <a:ext cx="627200" cy="228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olr apache" id="2461" name="Google Shape;2461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4375" y="2399208"/>
            <a:ext cx="520842" cy="29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2" name="Google Shape;2462;p94"/>
          <p:cNvSpPr txBox="1"/>
          <p:nvPr/>
        </p:nvSpPr>
        <p:spPr>
          <a:xfrm>
            <a:off x="4312551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Busca</a:t>
            </a:r>
            <a:endParaRPr sz="600"/>
          </a:p>
        </p:txBody>
      </p:sp>
      <p:sp>
        <p:nvSpPr>
          <p:cNvPr id="2463" name="Google Shape;2463;p94"/>
          <p:cNvSpPr txBox="1"/>
          <p:nvPr/>
        </p:nvSpPr>
        <p:spPr>
          <a:xfrm>
            <a:off x="1594107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Lote</a:t>
            </a:r>
            <a:endParaRPr b="1" sz="600">
              <a:solidFill>
                <a:schemeClr val="dk1"/>
              </a:solidFill>
            </a:endParaRPr>
          </a:p>
        </p:txBody>
      </p:sp>
      <p:pic>
        <p:nvPicPr>
          <p:cNvPr descr="Image result for server icon" id="2464" name="Google Shape;246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39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65" name="Google Shape;246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817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66" name="Google Shape;246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24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67" name="Google Shape;246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866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68" name="Google Shape;246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108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69" name="Google Shape;246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791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0" name="Google Shape;247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1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1" name="Google Shape;247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563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2" name="Google Shape;247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805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3" name="Google Shape;247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0481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4" name="Google Shape;247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21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5" name="Google Shape;247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46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6" name="Google Shape;247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70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7" name="Google Shape;247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15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8" name="Google Shape;247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40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479" name="Google Shape;247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64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sp>
        <p:nvSpPr>
          <p:cNvPr id="2480" name="Google Shape;2480;p94"/>
          <p:cNvSpPr/>
          <p:nvPr/>
        </p:nvSpPr>
        <p:spPr>
          <a:xfrm>
            <a:off x="5280816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481" name="Google Shape;2481;p94"/>
          <p:cNvSpPr txBox="1"/>
          <p:nvPr/>
        </p:nvSpPr>
        <p:spPr>
          <a:xfrm>
            <a:off x="5237470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Tarefas Complexas</a:t>
            </a:r>
            <a:endParaRPr b="1" sz="600">
              <a:solidFill>
                <a:schemeClr val="dk1"/>
              </a:solidFill>
            </a:endParaRPr>
          </a:p>
        </p:txBody>
      </p:sp>
      <p:sp>
        <p:nvSpPr>
          <p:cNvPr id="2482" name="Google Shape;2482;p94"/>
          <p:cNvSpPr/>
          <p:nvPr/>
        </p:nvSpPr>
        <p:spPr>
          <a:xfrm>
            <a:off x="6204411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483" name="Google Shape;2483;p94"/>
          <p:cNvSpPr txBox="1"/>
          <p:nvPr/>
        </p:nvSpPr>
        <p:spPr>
          <a:xfrm>
            <a:off x="6161670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pic>
        <p:nvPicPr>
          <p:cNvPr descr="Apache Tez" id="2484" name="Google Shape;2484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57125" y="2401947"/>
            <a:ext cx="520850" cy="292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base" id="2485" name="Google Shape;2485;p94"/>
          <p:cNvPicPr preferRelativeResize="0"/>
          <p:nvPr/>
        </p:nvPicPr>
        <p:blipFill rotWithShape="1">
          <a:blip r:embed="rId9">
            <a:alphaModFix/>
          </a:blip>
          <a:srcRect b="17074" l="0" r="0" t="8818"/>
          <a:stretch/>
        </p:blipFill>
        <p:spPr>
          <a:xfrm>
            <a:off x="6331388" y="2364950"/>
            <a:ext cx="627200" cy="3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6" name="Google Shape;2486;p94"/>
          <p:cNvSpPr txBox="1"/>
          <p:nvPr/>
        </p:nvSpPr>
        <p:spPr>
          <a:xfrm>
            <a:off x="6204400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NoSQL (bigtable)</a:t>
            </a:r>
            <a:endParaRPr b="1" sz="600">
              <a:solidFill>
                <a:schemeClr val="dk1"/>
              </a:solidFill>
            </a:endParaRPr>
          </a:p>
        </p:txBody>
      </p:sp>
      <p:sp>
        <p:nvSpPr>
          <p:cNvPr id="2487" name="Google Shape;2487;p94"/>
          <p:cNvSpPr txBox="1"/>
          <p:nvPr/>
        </p:nvSpPr>
        <p:spPr>
          <a:xfrm>
            <a:off x="7850002" y="251495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dk1"/>
                </a:solidFill>
              </a:rPr>
              <a:t>...</a:t>
            </a:r>
            <a:endParaRPr sz="4500"/>
          </a:p>
        </p:txBody>
      </p:sp>
      <p:sp>
        <p:nvSpPr>
          <p:cNvPr id="2488" name="Google Shape;2488;p94"/>
          <p:cNvSpPr/>
          <p:nvPr/>
        </p:nvSpPr>
        <p:spPr>
          <a:xfrm>
            <a:off x="7118811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489" name="Google Shape;2489;p94"/>
          <p:cNvSpPr txBox="1"/>
          <p:nvPr/>
        </p:nvSpPr>
        <p:spPr>
          <a:xfrm>
            <a:off x="7118800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NoSQL (key/value)</a:t>
            </a:r>
            <a:endParaRPr b="1" sz="600">
              <a:solidFill>
                <a:schemeClr val="dk1"/>
              </a:solidFill>
            </a:endParaRPr>
          </a:p>
        </p:txBody>
      </p:sp>
      <p:pic>
        <p:nvPicPr>
          <p:cNvPr descr="Apache Accumulo" id="2490" name="Google Shape;2490;p9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05513" y="2448175"/>
            <a:ext cx="701966" cy="1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95"/>
          <p:cNvSpPr/>
          <p:nvPr/>
        </p:nvSpPr>
        <p:spPr>
          <a:xfrm>
            <a:off x="770475" y="1889850"/>
            <a:ext cx="79809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9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Futuro - Convergência - Exemplo: NoSQL</a:t>
            </a:r>
            <a:endParaRPr/>
          </a:p>
        </p:txBody>
      </p:sp>
      <p:sp>
        <p:nvSpPr>
          <p:cNvPr id="2497" name="Google Shape;2497;p95"/>
          <p:cNvSpPr/>
          <p:nvPr/>
        </p:nvSpPr>
        <p:spPr>
          <a:xfrm>
            <a:off x="1596575" y="2246175"/>
            <a:ext cx="87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dk1"/>
                </a:solidFill>
              </a:rPr>
              <a:t>MapReduce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2498" name="Google Shape;2498;p95"/>
          <p:cNvSpPr/>
          <p:nvPr/>
        </p:nvSpPr>
        <p:spPr>
          <a:xfrm>
            <a:off x="1594100" y="3391675"/>
            <a:ext cx="6412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HDFS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Sistema de Arquivos Distribuído</a:t>
            </a:r>
            <a:endParaRPr b="1"/>
          </a:p>
        </p:txBody>
      </p:sp>
      <p:pic>
        <p:nvPicPr>
          <p:cNvPr descr="hadoop-logo" id="2499" name="Google Shape;249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8469" y="544943"/>
            <a:ext cx="1496450" cy="378107"/>
          </a:xfrm>
          <a:prstGeom prst="rect">
            <a:avLst/>
          </a:prstGeom>
          <a:noFill/>
          <a:ln>
            <a:noFill/>
          </a:ln>
        </p:spPr>
      </p:pic>
      <p:sp>
        <p:nvSpPr>
          <p:cNvPr id="2500" name="Google Shape;2500;p95"/>
          <p:cNvSpPr/>
          <p:nvPr/>
        </p:nvSpPr>
        <p:spPr>
          <a:xfrm>
            <a:off x="1594100" y="2961425"/>
            <a:ext cx="6412200" cy="378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YARN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</a:rPr>
              <a:t>Gerenciador de Recursos</a:t>
            </a:r>
            <a:endParaRPr b="1" sz="1300"/>
          </a:p>
        </p:txBody>
      </p:sp>
      <p:sp>
        <p:nvSpPr>
          <p:cNvPr id="2501" name="Google Shape;2501;p95"/>
          <p:cNvSpPr/>
          <p:nvPr/>
        </p:nvSpPr>
        <p:spPr>
          <a:xfrm>
            <a:off x="4355292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502" name="Google Shape;2502;p95"/>
          <p:cNvSpPr/>
          <p:nvPr/>
        </p:nvSpPr>
        <p:spPr>
          <a:xfrm>
            <a:off x="3434228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503" name="Google Shape;2503;p95"/>
          <p:cNvSpPr/>
          <p:nvPr/>
        </p:nvSpPr>
        <p:spPr>
          <a:xfrm>
            <a:off x="2515402" y="22461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504" name="Google Shape;2504;p95"/>
          <p:cNvSpPr txBox="1"/>
          <p:nvPr/>
        </p:nvSpPr>
        <p:spPr>
          <a:xfrm>
            <a:off x="3390883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Memória / Stream</a:t>
            </a:r>
            <a:endParaRPr sz="600"/>
          </a:p>
        </p:txBody>
      </p:sp>
      <p:sp>
        <p:nvSpPr>
          <p:cNvPr id="2505" name="Google Shape;2505;p95"/>
          <p:cNvSpPr txBox="1"/>
          <p:nvPr/>
        </p:nvSpPr>
        <p:spPr>
          <a:xfrm>
            <a:off x="2523044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Stream</a:t>
            </a:r>
            <a:endParaRPr b="1" sz="600">
              <a:solidFill>
                <a:schemeClr val="dk1"/>
              </a:solidFill>
            </a:endParaRPr>
          </a:p>
        </p:txBody>
      </p:sp>
      <p:pic>
        <p:nvPicPr>
          <p:cNvPr descr="Image result for spark" id="2506" name="Google Shape;2506;p95"/>
          <p:cNvPicPr preferRelativeResize="0"/>
          <p:nvPr/>
        </p:nvPicPr>
        <p:blipFill rotWithShape="1">
          <a:blip r:embed="rId4">
            <a:alphaModFix/>
          </a:blip>
          <a:srcRect b="31866" l="0" r="0" t="0"/>
          <a:stretch/>
        </p:blipFill>
        <p:spPr>
          <a:xfrm>
            <a:off x="3559438" y="2360844"/>
            <a:ext cx="627200" cy="29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pache storm" id="2507" name="Google Shape;250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500" y="2448516"/>
            <a:ext cx="627200" cy="228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olr apache" id="2508" name="Google Shape;2508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4375" y="2399208"/>
            <a:ext cx="520842" cy="29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9" name="Google Shape;2509;p95"/>
          <p:cNvSpPr txBox="1"/>
          <p:nvPr/>
        </p:nvSpPr>
        <p:spPr>
          <a:xfrm>
            <a:off x="4312551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Busca</a:t>
            </a:r>
            <a:endParaRPr sz="600"/>
          </a:p>
        </p:txBody>
      </p:sp>
      <p:sp>
        <p:nvSpPr>
          <p:cNvPr id="2510" name="Google Shape;2510;p95"/>
          <p:cNvSpPr txBox="1"/>
          <p:nvPr/>
        </p:nvSpPr>
        <p:spPr>
          <a:xfrm>
            <a:off x="1594107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Lote</a:t>
            </a:r>
            <a:endParaRPr b="1" sz="600">
              <a:solidFill>
                <a:schemeClr val="dk1"/>
              </a:solidFill>
            </a:endParaRPr>
          </a:p>
        </p:txBody>
      </p:sp>
      <p:sp>
        <p:nvSpPr>
          <p:cNvPr id="2511" name="Google Shape;2511;p95"/>
          <p:cNvSpPr/>
          <p:nvPr/>
        </p:nvSpPr>
        <p:spPr>
          <a:xfrm>
            <a:off x="5280816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512" name="Google Shape;2512;p95"/>
          <p:cNvSpPr txBox="1"/>
          <p:nvPr/>
        </p:nvSpPr>
        <p:spPr>
          <a:xfrm>
            <a:off x="5237470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Tarefas Complexas</a:t>
            </a:r>
            <a:endParaRPr b="1" sz="600">
              <a:solidFill>
                <a:schemeClr val="dk1"/>
              </a:solidFill>
            </a:endParaRPr>
          </a:p>
        </p:txBody>
      </p:sp>
      <p:sp>
        <p:nvSpPr>
          <p:cNvPr id="2513" name="Google Shape;2513;p95"/>
          <p:cNvSpPr/>
          <p:nvPr/>
        </p:nvSpPr>
        <p:spPr>
          <a:xfrm>
            <a:off x="6204411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514" name="Google Shape;2514;p95"/>
          <p:cNvSpPr txBox="1"/>
          <p:nvPr/>
        </p:nvSpPr>
        <p:spPr>
          <a:xfrm>
            <a:off x="6161670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pic>
        <p:nvPicPr>
          <p:cNvPr descr="Apache Tez" id="2515" name="Google Shape;2515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7125" y="2401947"/>
            <a:ext cx="520850" cy="292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base" id="2516" name="Google Shape;2516;p95"/>
          <p:cNvPicPr preferRelativeResize="0"/>
          <p:nvPr/>
        </p:nvPicPr>
        <p:blipFill rotWithShape="1">
          <a:blip r:embed="rId8">
            <a:alphaModFix/>
          </a:blip>
          <a:srcRect b="17074" l="0" r="0" t="8818"/>
          <a:stretch/>
        </p:blipFill>
        <p:spPr>
          <a:xfrm>
            <a:off x="6331388" y="2364950"/>
            <a:ext cx="627200" cy="3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7" name="Google Shape;2517;p95"/>
          <p:cNvSpPr txBox="1"/>
          <p:nvPr/>
        </p:nvSpPr>
        <p:spPr>
          <a:xfrm>
            <a:off x="6204400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NoSQL (bigtable)</a:t>
            </a:r>
            <a:endParaRPr b="1" sz="600">
              <a:solidFill>
                <a:schemeClr val="dk1"/>
              </a:solidFill>
            </a:endParaRPr>
          </a:p>
        </p:txBody>
      </p:sp>
      <p:sp>
        <p:nvSpPr>
          <p:cNvPr id="2518" name="Google Shape;2518;p95"/>
          <p:cNvSpPr txBox="1"/>
          <p:nvPr/>
        </p:nvSpPr>
        <p:spPr>
          <a:xfrm>
            <a:off x="7850002" y="251495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dk1"/>
                </a:solidFill>
              </a:rPr>
              <a:t>...</a:t>
            </a:r>
            <a:endParaRPr sz="4500"/>
          </a:p>
        </p:txBody>
      </p:sp>
      <p:sp>
        <p:nvSpPr>
          <p:cNvPr id="2519" name="Google Shape;2519;p95"/>
          <p:cNvSpPr/>
          <p:nvPr/>
        </p:nvSpPr>
        <p:spPr>
          <a:xfrm>
            <a:off x="7118811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2520" name="Google Shape;2520;p95"/>
          <p:cNvSpPr txBox="1"/>
          <p:nvPr/>
        </p:nvSpPr>
        <p:spPr>
          <a:xfrm>
            <a:off x="7118800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NoSQL (key/value)</a:t>
            </a:r>
            <a:endParaRPr b="1" sz="600">
              <a:solidFill>
                <a:schemeClr val="dk1"/>
              </a:solidFill>
            </a:endParaRPr>
          </a:p>
        </p:txBody>
      </p:sp>
      <p:pic>
        <p:nvPicPr>
          <p:cNvPr descr="Apache Accumulo" id="2521" name="Google Shape;2521;p9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05513" y="2448175"/>
            <a:ext cx="701966" cy="1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osql dbs" id="2522" name="Google Shape;2522;p9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9775" y="544951"/>
            <a:ext cx="2001725" cy="114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osql dbs" id="2523" name="Google Shape;2523;p9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15406" y="563150"/>
            <a:ext cx="2654642" cy="11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4" name="Google Shape;2524;p95"/>
          <p:cNvSpPr/>
          <p:nvPr/>
        </p:nvSpPr>
        <p:spPr>
          <a:xfrm flipH="1" rot="10800000">
            <a:off x="5283950" y="1060375"/>
            <a:ext cx="1152900" cy="5628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apache slider" id="2525" name="Google Shape;2525;p9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50750" y="1174459"/>
            <a:ext cx="1570274" cy="6019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6" name="Google Shape;2526;p95"/>
          <p:cNvSpPr txBox="1"/>
          <p:nvPr/>
        </p:nvSpPr>
        <p:spPr>
          <a:xfrm>
            <a:off x="6425525" y="995050"/>
            <a:ext cx="1882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Apache Slider: 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A primeira tentativa falhou</a:t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2527" name="Google Shape;2527;p95"/>
          <p:cNvSpPr/>
          <p:nvPr/>
        </p:nvSpPr>
        <p:spPr>
          <a:xfrm>
            <a:off x="1594100" y="4105425"/>
            <a:ext cx="6412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2528" name="Google Shape;2528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5527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29" name="Google Shape;2529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0769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0" name="Google Shape;2530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36011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1" name="Google Shape;2531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12537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2" name="Google Shape;2532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6495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3" name="Google Shape;2533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5466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4" name="Google Shape;2534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0708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5" name="Google Shape;2535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359511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6" name="Google Shape;2536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11933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7" name="Google Shape;2537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6435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8" name="Google Shape;2538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8606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39" name="Google Shape;2539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3848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0" name="Google Shape;2540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9090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1" name="Google Shape;2541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4333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2" name="Google Shape;2542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9575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3" name="Google Shape;2543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8546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4" name="Google Shape;2544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3788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5" name="Google Shape;2545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9030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6" name="Google Shape;2546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42727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7" name="Google Shape;2547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9514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8" name="Google Shape;2548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3139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49" name="Google Shape;2549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83817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0" name="Google Shape;2550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3624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1" name="Google Shape;2551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18866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2" name="Google Shape;2552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4108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3" name="Google Shape;2553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30791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4" name="Google Shape;2554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8321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5" name="Google Shape;2555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3563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6" name="Google Shape;2556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18805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7" name="Google Shape;2557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40481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8" name="Google Shape;2558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621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59" name="Google Shape;2559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146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60" name="Google Shape;2560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670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61" name="Google Shape;2561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615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62" name="Google Shape;2562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140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63" name="Google Shape;2563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664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7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Google Shape;2568;p96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HDFS</a:t>
            </a:r>
            <a:endParaRPr/>
          </a:p>
        </p:txBody>
      </p:sp>
      <p:sp>
        <p:nvSpPr>
          <p:cNvPr id="2569" name="Google Shape;2569;p96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Operação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9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HDFS</a:t>
            </a:r>
            <a:endParaRPr/>
          </a:p>
        </p:txBody>
      </p:sp>
      <p:sp>
        <p:nvSpPr>
          <p:cNvPr id="2575" name="Google Shape;2575;p97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76" name="Google Shape;2576;p97"/>
          <p:cNvSpPr/>
          <p:nvPr/>
        </p:nvSpPr>
        <p:spPr>
          <a:xfrm>
            <a:off x="2282400" y="1889850"/>
            <a:ext cx="45792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97"/>
          <p:cNvSpPr/>
          <p:nvPr/>
        </p:nvSpPr>
        <p:spPr>
          <a:xfrm>
            <a:off x="2754877" y="224767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MapReduce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Framework de Processamento Distribuído</a:t>
            </a:r>
            <a:endParaRPr b="1"/>
          </a:p>
        </p:txBody>
      </p:sp>
      <p:sp>
        <p:nvSpPr>
          <p:cNvPr id="2578" name="Google Shape;2578;p97"/>
          <p:cNvSpPr/>
          <p:nvPr/>
        </p:nvSpPr>
        <p:spPr>
          <a:xfrm>
            <a:off x="2754976" y="339167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HDFS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Sistema de Arquivos Distribuído</a:t>
            </a:r>
            <a:endParaRPr b="1"/>
          </a:p>
        </p:txBody>
      </p:sp>
      <p:sp>
        <p:nvSpPr>
          <p:cNvPr id="2579" name="Google Shape;2579;p97"/>
          <p:cNvSpPr/>
          <p:nvPr/>
        </p:nvSpPr>
        <p:spPr>
          <a:xfrm>
            <a:off x="2754863" y="4105425"/>
            <a:ext cx="3634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2580" name="Google Shape;258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81" name="Google Shape;258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0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82" name="Google Shape;258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4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83" name="Google Shape;258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85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84" name="Google Shape;258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7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85" name="Google Shape;258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86" name="Google Shape;258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4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87" name="Google Shape;258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8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88" name="Google Shape;258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5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589" name="Google Shape;258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67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0" name="Google Shape;2590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1" name="Google Shape;2591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2" name="Google Shape;2592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3" name="Google Shape;259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4" name="Google Shape;2594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5" name="Google Shape;259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347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6" name="Google Shape;259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685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7" name="Google Shape;259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392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8" name="Google Shape;2598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730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599" name="Google Shape;259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44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0" name="Google Shape;260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38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1" name="Google Shape;260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80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2" name="Google Shape;260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22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3" name="Google Shape;260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65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4" name="Google Shape;260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5" name="Google Shape;260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7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6" name="Google Shape;260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20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7" name="Google Shape;260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62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8" name="Google Shape;260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04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2609" name="Google Shape;260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46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0" name="Google Shape;2610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1" name="Google Shape;2611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2" name="Google Shape;2612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3" name="Google Shape;261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4" name="Google Shape;2614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5" name="Google Shape;261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141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6" name="Google Shape;261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479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7" name="Google Shape;261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186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8" name="Google Shape;2618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524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2619" name="Google Shape;261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243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620" name="Google Shape;2620;p97"/>
          <p:cNvSpPr/>
          <p:nvPr/>
        </p:nvSpPr>
        <p:spPr>
          <a:xfrm>
            <a:off x="2754975" y="2961425"/>
            <a:ext cx="3634200" cy="378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YARN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</a:rPr>
              <a:t>Gerenciador de Recursos</a:t>
            </a:r>
            <a:endParaRPr b="1" sz="13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9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Cluster</a:t>
            </a:r>
            <a:endParaRPr/>
          </a:p>
        </p:txBody>
      </p:sp>
      <p:grpSp>
        <p:nvGrpSpPr>
          <p:cNvPr id="2626" name="Google Shape;2626;p98"/>
          <p:cNvGrpSpPr/>
          <p:nvPr/>
        </p:nvGrpSpPr>
        <p:grpSpPr>
          <a:xfrm>
            <a:off x="909564" y="1768779"/>
            <a:ext cx="487942" cy="647285"/>
            <a:chOff x="4335105" y="3521200"/>
            <a:chExt cx="810670" cy="1177525"/>
          </a:xfrm>
        </p:grpSpPr>
        <p:pic>
          <p:nvPicPr>
            <p:cNvPr id="2627" name="Google Shape;2627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28" name="Google Shape;2628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29" name="Google Shape;2629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30" name="Google Shape;2630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31" name="Google Shape;2631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32" name="Google Shape;2632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33" name="Google Shape;2633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34" name="Google Shape;2634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5" name="Google Shape;2635;p98"/>
          <p:cNvGrpSpPr/>
          <p:nvPr/>
        </p:nvGrpSpPr>
        <p:grpSpPr>
          <a:xfrm>
            <a:off x="909564" y="2543470"/>
            <a:ext cx="487942" cy="647285"/>
            <a:chOff x="4335105" y="3521200"/>
            <a:chExt cx="810670" cy="1177525"/>
          </a:xfrm>
        </p:grpSpPr>
        <p:pic>
          <p:nvPicPr>
            <p:cNvPr id="2636" name="Google Shape;2636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37" name="Google Shape;2637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38" name="Google Shape;2638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39" name="Google Shape;2639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40" name="Google Shape;2640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41" name="Google Shape;2641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42" name="Google Shape;2642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43" name="Google Shape;2643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4" name="Google Shape;2644;p98"/>
          <p:cNvGrpSpPr/>
          <p:nvPr/>
        </p:nvGrpSpPr>
        <p:grpSpPr>
          <a:xfrm>
            <a:off x="909564" y="3318162"/>
            <a:ext cx="487942" cy="647285"/>
            <a:chOff x="4335105" y="3521200"/>
            <a:chExt cx="810670" cy="1177525"/>
          </a:xfrm>
        </p:grpSpPr>
        <p:pic>
          <p:nvPicPr>
            <p:cNvPr id="2645" name="Google Shape;264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46" name="Google Shape;2646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47" name="Google Shape;2647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48" name="Google Shape;2648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49" name="Google Shape;2649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50" name="Google Shape;2650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51" name="Google Shape;2651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52" name="Google Shape;2652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3" name="Google Shape;2653;p98"/>
          <p:cNvGrpSpPr/>
          <p:nvPr/>
        </p:nvGrpSpPr>
        <p:grpSpPr>
          <a:xfrm>
            <a:off x="909564" y="4092854"/>
            <a:ext cx="487942" cy="647285"/>
            <a:chOff x="4335105" y="3521200"/>
            <a:chExt cx="810670" cy="1177525"/>
          </a:xfrm>
        </p:grpSpPr>
        <p:pic>
          <p:nvPicPr>
            <p:cNvPr id="2654" name="Google Shape;2654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55" name="Google Shape;2655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56" name="Google Shape;2656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57" name="Google Shape;2657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58" name="Google Shape;2658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59" name="Google Shape;2659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60" name="Google Shape;2660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61" name="Google Shape;2661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2" name="Google Shape;2662;p98"/>
          <p:cNvGrpSpPr/>
          <p:nvPr/>
        </p:nvGrpSpPr>
        <p:grpSpPr>
          <a:xfrm>
            <a:off x="2821979" y="1768779"/>
            <a:ext cx="487942" cy="647285"/>
            <a:chOff x="4335105" y="3521200"/>
            <a:chExt cx="810670" cy="1177525"/>
          </a:xfrm>
        </p:grpSpPr>
        <p:pic>
          <p:nvPicPr>
            <p:cNvPr id="2663" name="Google Shape;2663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64" name="Google Shape;2664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65" name="Google Shape;2665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66" name="Google Shape;2666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67" name="Google Shape;2667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68" name="Google Shape;2668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69" name="Google Shape;2669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70" name="Google Shape;2670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1" name="Google Shape;2671;p98"/>
          <p:cNvGrpSpPr/>
          <p:nvPr/>
        </p:nvGrpSpPr>
        <p:grpSpPr>
          <a:xfrm>
            <a:off x="2821979" y="2543470"/>
            <a:ext cx="487942" cy="647285"/>
            <a:chOff x="4335105" y="3521200"/>
            <a:chExt cx="810670" cy="1177525"/>
          </a:xfrm>
        </p:grpSpPr>
        <p:pic>
          <p:nvPicPr>
            <p:cNvPr id="2672" name="Google Shape;2672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73" name="Google Shape;2673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74" name="Google Shape;2674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75" name="Google Shape;2675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76" name="Google Shape;2676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77" name="Google Shape;2677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78" name="Google Shape;2678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79" name="Google Shape;2679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0" name="Google Shape;2680;p98"/>
          <p:cNvGrpSpPr/>
          <p:nvPr/>
        </p:nvGrpSpPr>
        <p:grpSpPr>
          <a:xfrm>
            <a:off x="2821979" y="3318162"/>
            <a:ext cx="487942" cy="647285"/>
            <a:chOff x="4335105" y="3521200"/>
            <a:chExt cx="810670" cy="1177525"/>
          </a:xfrm>
        </p:grpSpPr>
        <p:pic>
          <p:nvPicPr>
            <p:cNvPr id="2681" name="Google Shape;2681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82" name="Google Shape;2682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83" name="Google Shape;2683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84" name="Google Shape;2684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85" name="Google Shape;2685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86" name="Google Shape;2686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87" name="Google Shape;2687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88" name="Google Shape;2688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9" name="Google Shape;2689;p98"/>
          <p:cNvGrpSpPr/>
          <p:nvPr/>
        </p:nvGrpSpPr>
        <p:grpSpPr>
          <a:xfrm>
            <a:off x="2821979" y="4092854"/>
            <a:ext cx="487942" cy="647285"/>
            <a:chOff x="4335105" y="3521200"/>
            <a:chExt cx="810670" cy="1177525"/>
          </a:xfrm>
        </p:grpSpPr>
        <p:pic>
          <p:nvPicPr>
            <p:cNvPr id="2690" name="Google Shape;2690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91" name="Google Shape;2691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92" name="Google Shape;2692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93" name="Google Shape;2693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694" name="Google Shape;2694;p98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95" name="Google Shape;2695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96" name="Google Shape;2696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697" name="Google Shape;2697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Related image" id="2698" name="Google Shape;2698;p98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02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9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Cluster</a:t>
            </a:r>
            <a:endParaRPr/>
          </a:p>
        </p:txBody>
      </p:sp>
      <p:grpSp>
        <p:nvGrpSpPr>
          <p:cNvPr id="2704" name="Google Shape;2704;p99"/>
          <p:cNvGrpSpPr/>
          <p:nvPr/>
        </p:nvGrpSpPr>
        <p:grpSpPr>
          <a:xfrm>
            <a:off x="909564" y="1768779"/>
            <a:ext cx="487942" cy="647285"/>
            <a:chOff x="4335105" y="3521200"/>
            <a:chExt cx="810670" cy="1177525"/>
          </a:xfrm>
        </p:grpSpPr>
        <p:pic>
          <p:nvPicPr>
            <p:cNvPr id="2705" name="Google Shape;2705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06" name="Google Shape;2706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07" name="Google Shape;2707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08" name="Google Shape;2708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09" name="Google Shape;2709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10" name="Google Shape;2710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11" name="Google Shape;2711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12" name="Google Shape;2712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3" name="Google Shape;2713;p99"/>
          <p:cNvGrpSpPr/>
          <p:nvPr/>
        </p:nvGrpSpPr>
        <p:grpSpPr>
          <a:xfrm>
            <a:off x="909564" y="2543470"/>
            <a:ext cx="487942" cy="647285"/>
            <a:chOff x="4335105" y="3521200"/>
            <a:chExt cx="810670" cy="1177525"/>
          </a:xfrm>
        </p:grpSpPr>
        <p:pic>
          <p:nvPicPr>
            <p:cNvPr id="2714" name="Google Shape;2714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15" name="Google Shape;2715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16" name="Google Shape;2716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17" name="Google Shape;2717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18" name="Google Shape;2718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19" name="Google Shape;2719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20" name="Google Shape;2720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21" name="Google Shape;2721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2" name="Google Shape;2722;p99"/>
          <p:cNvGrpSpPr/>
          <p:nvPr/>
        </p:nvGrpSpPr>
        <p:grpSpPr>
          <a:xfrm>
            <a:off x="909564" y="3318162"/>
            <a:ext cx="487942" cy="647285"/>
            <a:chOff x="4335105" y="3521200"/>
            <a:chExt cx="810670" cy="1177525"/>
          </a:xfrm>
        </p:grpSpPr>
        <p:pic>
          <p:nvPicPr>
            <p:cNvPr id="2723" name="Google Shape;2723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24" name="Google Shape;2724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25" name="Google Shape;2725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26" name="Google Shape;2726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27" name="Google Shape;2727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28" name="Google Shape;2728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29" name="Google Shape;2729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30" name="Google Shape;2730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31" name="Google Shape;2731;p99"/>
          <p:cNvGrpSpPr/>
          <p:nvPr/>
        </p:nvGrpSpPr>
        <p:grpSpPr>
          <a:xfrm>
            <a:off x="909564" y="4092854"/>
            <a:ext cx="487942" cy="647285"/>
            <a:chOff x="4335105" y="3521200"/>
            <a:chExt cx="810670" cy="1177525"/>
          </a:xfrm>
        </p:grpSpPr>
        <p:pic>
          <p:nvPicPr>
            <p:cNvPr id="2732" name="Google Shape;2732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33" name="Google Shape;2733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34" name="Google Shape;2734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35" name="Google Shape;2735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36" name="Google Shape;2736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37" name="Google Shape;2737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38" name="Google Shape;2738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39" name="Google Shape;2739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0" name="Google Shape;2740;p99"/>
          <p:cNvGrpSpPr/>
          <p:nvPr/>
        </p:nvGrpSpPr>
        <p:grpSpPr>
          <a:xfrm>
            <a:off x="2821979" y="1768779"/>
            <a:ext cx="487942" cy="647285"/>
            <a:chOff x="4335105" y="3521200"/>
            <a:chExt cx="810670" cy="1177525"/>
          </a:xfrm>
        </p:grpSpPr>
        <p:pic>
          <p:nvPicPr>
            <p:cNvPr id="2741" name="Google Shape;274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42" name="Google Shape;2742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43" name="Google Shape;2743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44" name="Google Shape;2744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45" name="Google Shape;2745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46" name="Google Shape;2746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47" name="Google Shape;2747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48" name="Google Shape;2748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9" name="Google Shape;2749;p99"/>
          <p:cNvGrpSpPr/>
          <p:nvPr/>
        </p:nvGrpSpPr>
        <p:grpSpPr>
          <a:xfrm>
            <a:off x="2821979" y="2543470"/>
            <a:ext cx="487942" cy="647285"/>
            <a:chOff x="4335105" y="3521200"/>
            <a:chExt cx="810670" cy="1177525"/>
          </a:xfrm>
        </p:grpSpPr>
        <p:pic>
          <p:nvPicPr>
            <p:cNvPr id="2750" name="Google Shape;2750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51" name="Google Shape;2751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52" name="Google Shape;2752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53" name="Google Shape;2753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54" name="Google Shape;2754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55" name="Google Shape;2755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56" name="Google Shape;2756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57" name="Google Shape;2757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8" name="Google Shape;2758;p99"/>
          <p:cNvGrpSpPr/>
          <p:nvPr/>
        </p:nvGrpSpPr>
        <p:grpSpPr>
          <a:xfrm>
            <a:off x="2821979" y="3318162"/>
            <a:ext cx="487942" cy="647285"/>
            <a:chOff x="4335105" y="3521200"/>
            <a:chExt cx="810670" cy="1177525"/>
          </a:xfrm>
        </p:grpSpPr>
        <p:pic>
          <p:nvPicPr>
            <p:cNvPr id="2759" name="Google Shape;2759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60" name="Google Shape;2760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61" name="Google Shape;2761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62" name="Google Shape;2762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63" name="Google Shape;2763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64" name="Google Shape;2764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65" name="Google Shape;2765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66" name="Google Shape;2766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7" name="Google Shape;2767;p99"/>
          <p:cNvGrpSpPr/>
          <p:nvPr/>
        </p:nvGrpSpPr>
        <p:grpSpPr>
          <a:xfrm>
            <a:off x="2821979" y="4092854"/>
            <a:ext cx="487942" cy="647285"/>
            <a:chOff x="4335105" y="3521200"/>
            <a:chExt cx="810670" cy="1177525"/>
          </a:xfrm>
        </p:grpSpPr>
        <p:pic>
          <p:nvPicPr>
            <p:cNvPr id="2768" name="Google Shape;276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69" name="Google Shape;2769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70" name="Google Shape;2770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71" name="Google Shape;2771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72" name="Google Shape;2772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73" name="Google Shape;2773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74" name="Google Shape;2774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75" name="Google Shape;2775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6" name="Google Shape;2776;p99"/>
          <p:cNvGrpSpPr/>
          <p:nvPr/>
        </p:nvGrpSpPr>
        <p:grpSpPr>
          <a:xfrm>
            <a:off x="4757888" y="1768779"/>
            <a:ext cx="487942" cy="647285"/>
            <a:chOff x="4335105" y="3521200"/>
            <a:chExt cx="810670" cy="1177525"/>
          </a:xfrm>
        </p:grpSpPr>
        <p:pic>
          <p:nvPicPr>
            <p:cNvPr id="2777" name="Google Shape;2777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78" name="Google Shape;2778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79" name="Google Shape;2779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80" name="Google Shape;2780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81" name="Google Shape;2781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82" name="Google Shape;2782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83" name="Google Shape;2783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84" name="Google Shape;2784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5" name="Google Shape;2785;p99"/>
          <p:cNvGrpSpPr/>
          <p:nvPr/>
        </p:nvGrpSpPr>
        <p:grpSpPr>
          <a:xfrm>
            <a:off x="4757888" y="2543470"/>
            <a:ext cx="487942" cy="647285"/>
            <a:chOff x="4335105" y="3521200"/>
            <a:chExt cx="810670" cy="1177525"/>
          </a:xfrm>
        </p:grpSpPr>
        <p:pic>
          <p:nvPicPr>
            <p:cNvPr id="2786" name="Google Shape;2786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87" name="Google Shape;2787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88" name="Google Shape;2788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89" name="Google Shape;2789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90" name="Google Shape;2790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91" name="Google Shape;2791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92" name="Google Shape;2792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793" name="Google Shape;2793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4" name="Google Shape;2794;p99"/>
          <p:cNvGrpSpPr/>
          <p:nvPr/>
        </p:nvGrpSpPr>
        <p:grpSpPr>
          <a:xfrm>
            <a:off x="4757888" y="3318162"/>
            <a:ext cx="487942" cy="647285"/>
            <a:chOff x="4335105" y="3521200"/>
            <a:chExt cx="810670" cy="1177525"/>
          </a:xfrm>
        </p:grpSpPr>
        <p:pic>
          <p:nvPicPr>
            <p:cNvPr id="2795" name="Google Shape;2795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96" name="Google Shape;2796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97" name="Google Shape;2797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98" name="Google Shape;2798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799" name="Google Shape;2799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00" name="Google Shape;2800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01" name="Google Shape;2801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02" name="Google Shape;2802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03" name="Google Shape;2803;p99"/>
          <p:cNvGrpSpPr/>
          <p:nvPr/>
        </p:nvGrpSpPr>
        <p:grpSpPr>
          <a:xfrm>
            <a:off x="4757888" y="4092854"/>
            <a:ext cx="487942" cy="647285"/>
            <a:chOff x="4335105" y="3521200"/>
            <a:chExt cx="810670" cy="1177525"/>
          </a:xfrm>
        </p:grpSpPr>
        <p:pic>
          <p:nvPicPr>
            <p:cNvPr id="2804" name="Google Shape;2804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05" name="Google Shape;2805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06" name="Google Shape;2806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07" name="Google Shape;2807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08" name="Google Shape;2808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09" name="Google Shape;2809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10" name="Google Shape;2810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11" name="Google Shape;2811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2" name="Google Shape;2812;p99"/>
          <p:cNvGrpSpPr/>
          <p:nvPr/>
        </p:nvGrpSpPr>
        <p:grpSpPr>
          <a:xfrm>
            <a:off x="6742679" y="1768779"/>
            <a:ext cx="487942" cy="647285"/>
            <a:chOff x="4335105" y="3521200"/>
            <a:chExt cx="810670" cy="1177525"/>
          </a:xfrm>
        </p:grpSpPr>
        <p:pic>
          <p:nvPicPr>
            <p:cNvPr id="2813" name="Google Shape;2813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14" name="Google Shape;2814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15" name="Google Shape;2815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16" name="Google Shape;2816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17" name="Google Shape;2817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18" name="Google Shape;2818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19" name="Google Shape;2819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20" name="Google Shape;2820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21" name="Google Shape;2821;p99"/>
          <p:cNvGrpSpPr/>
          <p:nvPr/>
        </p:nvGrpSpPr>
        <p:grpSpPr>
          <a:xfrm>
            <a:off x="6742679" y="2543470"/>
            <a:ext cx="487942" cy="647285"/>
            <a:chOff x="4335105" y="3521200"/>
            <a:chExt cx="810670" cy="1177525"/>
          </a:xfrm>
        </p:grpSpPr>
        <p:pic>
          <p:nvPicPr>
            <p:cNvPr id="2822" name="Google Shape;2822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23" name="Google Shape;2823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24" name="Google Shape;2824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25" name="Google Shape;2825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26" name="Google Shape;2826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27" name="Google Shape;2827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28" name="Google Shape;2828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29" name="Google Shape;2829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30" name="Google Shape;2830;p99"/>
          <p:cNvGrpSpPr/>
          <p:nvPr/>
        </p:nvGrpSpPr>
        <p:grpSpPr>
          <a:xfrm>
            <a:off x="6742679" y="3318162"/>
            <a:ext cx="487942" cy="647285"/>
            <a:chOff x="4335105" y="3521200"/>
            <a:chExt cx="810670" cy="1177525"/>
          </a:xfrm>
        </p:grpSpPr>
        <p:pic>
          <p:nvPicPr>
            <p:cNvPr id="2831" name="Google Shape;283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32" name="Google Shape;2832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33" name="Google Shape;2833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34" name="Google Shape;2834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35" name="Google Shape;2835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36" name="Google Shape;2836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37" name="Google Shape;2837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38" name="Google Shape;2838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39" name="Google Shape;2839;p99"/>
          <p:cNvGrpSpPr/>
          <p:nvPr/>
        </p:nvGrpSpPr>
        <p:grpSpPr>
          <a:xfrm>
            <a:off x="6742679" y="4092854"/>
            <a:ext cx="487942" cy="647285"/>
            <a:chOff x="4335105" y="3521200"/>
            <a:chExt cx="810670" cy="1177525"/>
          </a:xfrm>
        </p:grpSpPr>
        <p:pic>
          <p:nvPicPr>
            <p:cNvPr id="2840" name="Google Shape;2840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41" name="Google Shape;2841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42" name="Google Shape;2842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43" name="Google Shape;2843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44" name="Google Shape;2844;p99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45" name="Google Shape;2845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46" name="Google Shape;2846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47" name="Google Shape;2847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Related image" id="2848" name="Google Shape;2848;p99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52" name="Shape 2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3" name="Google Shape;2853;p10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Cluster</a:t>
            </a:r>
            <a:endParaRPr/>
          </a:p>
        </p:txBody>
      </p:sp>
      <p:grpSp>
        <p:nvGrpSpPr>
          <p:cNvPr id="2854" name="Google Shape;2854;p100"/>
          <p:cNvGrpSpPr/>
          <p:nvPr/>
        </p:nvGrpSpPr>
        <p:grpSpPr>
          <a:xfrm>
            <a:off x="909564" y="1768779"/>
            <a:ext cx="487942" cy="647285"/>
            <a:chOff x="4335105" y="3521200"/>
            <a:chExt cx="810670" cy="1177525"/>
          </a:xfrm>
        </p:grpSpPr>
        <p:pic>
          <p:nvPicPr>
            <p:cNvPr id="2855" name="Google Shape;2855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56" name="Google Shape;2856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57" name="Google Shape;2857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58" name="Google Shape;2858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59" name="Google Shape;2859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60" name="Google Shape;2860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61" name="Google Shape;2861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62" name="Google Shape;2862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2863" name="Google Shape;2863;p100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2864" name="Google Shape;2864;p100"/>
          <p:cNvGrpSpPr/>
          <p:nvPr/>
        </p:nvGrpSpPr>
        <p:grpSpPr>
          <a:xfrm>
            <a:off x="909564" y="2543470"/>
            <a:ext cx="487942" cy="647285"/>
            <a:chOff x="4335105" y="3521200"/>
            <a:chExt cx="810670" cy="1177525"/>
          </a:xfrm>
        </p:grpSpPr>
        <p:pic>
          <p:nvPicPr>
            <p:cNvPr id="2865" name="Google Shape;2865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66" name="Google Shape;2866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67" name="Google Shape;2867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68" name="Google Shape;2868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69" name="Google Shape;2869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70" name="Google Shape;2870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71" name="Google Shape;2871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72" name="Google Shape;2872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73" name="Google Shape;2873;p100"/>
          <p:cNvGrpSpPr/>
          <p:nvPr/>
        </p:nvGrpSpPr>
        <p:grpSpPr>
          <a:xfrm>
            <a:off x="909564" y="3318162"/>
            <a:ext cx="487942" cy="647285"/>
            <a:chOff x="4335105" y="3521200"/>
            <a:chExt cx="810670" cy="1177525"/>
          </a:xfrm>
        </p:grpSpPr>
        <p:pic>
          <p:nvPicPr>
            <p:cNvPr id="2874" name="Google Shape;2874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75" name="Google Shape;2875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76" name="Google Shape;2876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77" name="Google Shape;2877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78" name="Google Shape;2878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79" name="Google Shape;2879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80" name="Google Shape;2880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81" name="Google Shape;2881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2" name="Google Shape;2882;p100"/>
          <p:cNvGrpSpPr/>
          <p:nvPr/>
        </p:nvGrpSpPr>
        <p:grpSpPr>
          <a:xfrm>
            <a:off x="909564" y="4092854"/>
            <a:ext cx="487942" cy="647285"/>
            <a:chOff x="4335105" y="3521200"/>
            <a:chExt cx="810670" cy="1177525"/>
          </a:xfrm>
        </p:grpSpPr>
        <p:pic>
          <p:nvPicPr>
            <p:cNvPr id="2883" name="Google Shape;2883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84" name="Google Shape;2884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85" name="Google Shape;2885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86" name="Google Shape;2886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87" name="Google Shape;2887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88" name="Google Shape;2888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89" name="Google Shape;2889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90" name="Google Shape;2890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1" name="Google Shape;2891;p100"/>
          <p:cNvGrpSpPr/>
          <p:nvPr/>
        </p:nvGrpSpPr>
        <p:grpSpPr>
          <a:xfrm>
            <a:off x="2821979" y="1768779"/>
            <a:ext cx="487942" cy="647285"/>
            <a:chOff x="4335105" y="3521200"/>
            <a:chExt cx="810670" cy="1177525"/>
          </a:xfrm>
        </p:grpSpPr>
        <p:pic>
          <p:nvPicPr>
            <p:cNvPr id="2892" name="Google Shape;2892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93" name="Google Shape;2893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94" name="Google Shape;2894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95" name="Google Shape;2895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896" name="Google Shape;2896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97" name="Google Shape;2897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98" name="Google Shape;2898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899" name="Google Shape;2899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2900" name="Google Shape;2900;p100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2901" name="Google Shape;2901;p100"/>
          <p:cNvGrpSpPr/>
          <p:nvPr/>
        </p:nvGrpSpPr>
        <p:grpSpPr>
          <a:xfrm>
            <a:off x="2821979" y="2543470"/>
            <a:ext cx="487942" cy="647285"/>
            <a:chOff x="4335105" y="3521200"/>
            <a:chExt cx="810670" cy="1177525"/>
          </a:xfrm>
        </p:grpSpPr>
        <p:pic>
          <p:nvPicPr>
            <p:cNvPr id="2902" name="Google Shape;2902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03" name="Google Shape;2903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04" name="Google Shape;2904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05" name="Google Shape;2905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06" name="Google Shape;2906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07" name="Google Shape;2907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08" name="Google Shape;2908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09" name="Google Shape;2909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0" name="Google Shape;2910;p100"/>
          <p:cNvGrpSpPr/>
          <p:nvPr/>
        </p:nvGrpSpPr>
        <p:grpSpPr>
          <a:xfrm>
            <a:off x="2821979" y="3318162"/>
            <a:ext cx="487942" cy="647285"/>
            <a:chOff x="4335105" y="3521200"/>
            <a:chExt cx="810670" cy="1177525"/>
          </a:xfrm>
        </p:grpSpPr>
        <p:pic>
          <p:nvPicPr>
            <p:cNvPr id="2911" name="Google Shape;2911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12" name="Google Shape;2912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13" name="Google Shape;2913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14" name="Google Shape;2914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15" name="Google Shape;2915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16" name="Google Shape;2916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17" name="Google Shape;2917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18" name="Google Shape;2918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9" name="Google Shape;2919;p100"/>
          <p:cNvGrpSpPr/>
          <p:nvPr/>
        </p:nvGrpSpPr>
        <p:grpSpPr>
          <a:xfrm>
            <a:off x="2821979" y="4092854"/>
            <a:ext cx="487942" cy="647285"/>
            <a:chOff x="4335105" y="3521200"/>
            <a:chExt cx="810670" cy="1177525"/>
          </a:xfrm>
        </p:grpSpPr>
        <p:pic>
          <p:nvPicPr>
            <p:cNvPr id="2920" name="Google Shape;2920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21" name="Google Shape;2921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22" name="Google Shape;2922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23" name="Google Shape;2923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24" name="Google Shape;2924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25" name="Google Shape;2925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26" name="Google Shape;2926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27" name="Google Shape;2927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8" name="Google Shape;2928;p100"/>
          <p:cNvGrpSpPr/>
          <p:nvPr/>
        </p:nvGrpSpPr>
        <p:grpSpPr>
          <a:xfrm>
            <a:off x="4757888" y="1768779"/>
            <a:ext cx="487942" cy="647285"/>
            <a:chOff x="4335105" y="3521200"/>
            <a:chExt cx="810670" cy="1177525"/>
          </a:xfrm>
        </p:grpSpPr>
        <p:pic>
          <p:nvPicPr>
            <p:cNvPr id="2929" name="Google Shape;2929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30" name="Google Shape;2930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31" name="Google Shape;2931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32" name="Google Shape;2932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33" name="Google Shape;2933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34" name="Google Shape;2934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35" name="Google Shape;2935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36" name="Google Shape;2936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2937" name="Google Shape;2937;p100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2938" name="Google Shape;2938;p100"/>
          <p:cNvGrpSpPr/>
          <p:nvPr/>
        </p:nvGrpSpPr>
        <p:grpSpPr>
          <a:xfrm>
            <a:off x="4757888" y="2543470"/>
            <a:ext cx="487942" cy="647285"/>
            <a:chOff x="4335105" y="3521200"/>
            <a:chExt cx="810670" cy="1177525"/>
          </a:xfrm>
        </p:grpSpPr>
        <p:pic>
          <p:nvPicPr>
            <p:cNvPr id="2939" name="Google Shape;2939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40" name="Google Shape;2940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41" name="Google Shape;2941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42" name="Google Shape;2942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43" name="Google Shape;2943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44" name="Google Shape;2944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45" name="Google Shape;2945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46" name="Google Shape;2946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7" name="Google Shape;2947;p100"/>
          <p:cNvGrpSpPr/>
          <p:nvPr/>
        </p:nvGrpSpPr>
        <p:grpSpPr>
          <a:xfrm>
            <a:off x="4757888" y="3318162"/>
            <a:ext cx="487942" cy="647285"/>
            <a:chOff x="4335105" y="3521200"/>
            <a:chExt cx="810670" cy="1177525"/>
          </a:xfrm>
        </p:grpSpPr>
        <p:pic>
          <p:nvPicPr>
            <p:cNvPr id="2948" name="Google Shape;2948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49" name="Google Shape;2949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50" name="Google Shape;2950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51" name="Google Shape;2951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52" name="Google Shape;2952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53" name="Google Shape;2953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54" name="Google Shape;2954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55" name="Google Shape;2955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56" name="Google Shape;2956;p100"/>
          <p:cNvGrpSpPr/>
          <p:nvPr/>
        </p:nvGrpSpPr>
        <p:grpSpPr>
          <a:xfrm>
            <a:off x="4757888" y="4092854"/>
            <a:ext cx="487942" cy="647285"/>
            <a:chOff x="4335105" y="3521200"/>
            <a:chExt cx="810670" cy="1177525"/>
          </a:xfrm>
        </p:grpSpPr>
        <p:pic>
          <p:nvPicPr>
            <p:cNvPr id="2957" name="Google Shape;295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58" name="Google Shape;2958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59" name="Google Shape;2959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60" name="Google Shape;2960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61" name="Google Shape;2961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62" name="Google Shape;2962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63" name="Google Shape;2963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64" name="Google Shape;2964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5" name="Google Shape;2965;p100"/>
          <p:cNvGrpSpPr/>
          <p:nvPr/>
        </p:nvGrpSpPr>
        <p:grpSpPr>
          <a:xfrm>
            <a:off x="6742679" y="1768779"/>
            <a:ext cx="487942" cy="647285"/>
            <a:chOff x="4335105" y="3521200"/>
            <a:chExt cx="810670" cy="1177525"/>
          </a:xfrm>
        </p:grpSpPr>
        <p:pic>
          <p:nvPicPr>
            <p:cNvPr id="2966" name="Google Shape;2966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67" name="Google Shape;2967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68" name="Google Shape;2968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69" name="Google Shape;2969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70" name="Google Shape;2970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71" name="Google Shape;2971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72" name="Google Shape;2972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73" name="Google Shape;2973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2974" name="Google Shape;2974;p100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2975" name="Google Shape;2975;p100"/>
          <p:cNvGrpSpPr/>
          <p:nvPr/>
        </p:nvGrpSpPr>
        <p:grpSpPr>
          <a:xfrm>
            <a:off x="6742679" y="2543470"/>
            <a:ext cx="487942" cy="647285"/>
            <a:chOff x="4335105" y="3521200"/>
            <a:chExt cx="810670" cy="1177525"/>
          </a:xfrm>
        </p:grpSpPr>
        <p:pic>
          <p:nvPicPr>
            <p:cNvPr id="2976" name="Google Shape;2976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77" name="Google Shape;2977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78" name="Google Shape;2978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79" name="Google Shape;2979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80" name="Google Shape;2980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81" name="Google Shape;2981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82" name="Google Shape;2982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83" name="Google Shape;2983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84" name="Google Shape;2984;p100"/>
          <p:cNvGrpSpPr/>
          <p:nvPr/>
        </p:nvGrpSpPr>
        <p:grpSpPr>
          <a:xfrm>
            <a:off x="6742679" y="3318162"/>
            <a:ext cx="487942" cy="647285"/>
            <a:chOff x="4335105" y="3521200"/>
            <a:chExt cx="810670" cy="1177525"/>
          </a:xfrm>
        </p:grpSpPr>
        <p:pic>
          <p:nvPicPr>
            <p:cNvPr id="2985" name="Google Shape;2985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86" name="Google Shape;2986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87" name="Google Shape;2987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88" name="Google Shape;2988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89" name="Google Shape;2989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90" name="Google Shape;2990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91" name="Google Shape;2991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92" name="Google Shape;2992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93" name="Google Shape;2993;p100"/>
          <p:cNvGrpSpPr/>
          <p:nvPr/>
        </p:nvGrpSpPr>
        <p:grpSpPr>
          <a:xfrm>
            <a:off x="6742679" y="4092854"/>
            <a:ext cx="487942" cy="647285"/>
            <a:chOff x="4335105" y="3521200"/>
            <a:chExt cx="810670" cy="1177525"/>
          </a:xfrm>
        </p:grpSpPr>
        <p:pic>
          <p:nvPicPr>
            <p:cNvPr id="2994" name="Google Shape;2994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95" name="Google Shape;2995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96" name="Google Shape;2996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97" name="Google Shape;2997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2998" name="Google Shape;2998;p100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2999" name="Google Shape;2999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00" name="Google Shape;3000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01" name="Google Shape;3001;p1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002" name="Google Shape;3002;p100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003" name="Google Shape;3003;p100"/>
          <p:cNvCxnSpPr>
            <a:stCxn id="3002" idx="2"/>
            <a:endCxn id="2900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4" name="Google Shape;3004;p100"/>
          <p:cNvCxnSpPr>
            <a:stCxn id="2974" idx="0"/>
            <a:endCxn id="3002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5" name="Google Shape;3005;p100"/>
          <p:cNvCxnSpPr>
            <a:stCxn id="2937" idx="0"/>
            <a:endCxn id="3002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6" name="Google Shape;3006;p100"/>
          <p:cNvCxnSpPr>
            <a:stCxn id="3002" idx="2"/>
            <a:endCxn id="2863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3007" name="Google Shape;3007;p100"/>
          <p:cNvPicPr preferRelativeResize="0"/>
          <p:nvPr/>
        </p:nvPicPr>
        <p:blipFill rotWithShape="1">
          <a:blip r:embed="rId7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8" name="Google Shape;3008;p100"/>
          <p:cNvCxnSpPr>
            <a:stCxn id="3007" idx="3"/>
            <a:endCxn id="3002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p10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Cluster</a:t>
            </a:r>
            <a:endParaRPr/>
          </a:p>
        </p:txBody>
      </p:sp>
      <p:grpSp>
        <p:nvGrpSpPr>
          <p:cNvPr id="3014" name="Google Shape;3014;p101"/>
          <p:cNvGrpSpPr/>
          <p:nvPr/>
        </p:nvGrpSpPr>
        <p:grpSpPr>
          <a:xfrm>
            <a:off x="909564" y="1768779"/>
            <a:ext cx="487942" cy="647285"/>
            <a:chOff x="4335105" y="3521200"/>
            <a:chExt cx="810670" cy="1177525"/>
          </a:xfrm>
        </p:grpSpPr>
        <p:pic>
          <p:nvPicPr>
            <p:cNvPr id="3015" name="Google Shape;3015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16" name="Google Shape;3016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17" name="Google Shape;3017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18" name="Google Shape;3018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19" name="Google Shape;301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20" name="Google Shape;3020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21" name="Google Shape;3021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22" name="Google Shape;3022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023" name="Google Shape;3023;p101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024" name="Google Shape;3024;p101"/>
          <p:cNvCxnSpPr>
            <a:stCxn id="3023" idx="1"/>
            <a:endCxn id="3015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25" name="Google Shape;3025;p101"/>
          <p:cNvGrpSpPr/>
          <p:nvPr/>
        </p:nvGrpSpPr>
        <p:grpSpPr>
          <a:xfrm>
            <a:off x="909564" y="2543470"/>
            <a:ext cx="487942" cy="647285"/>
            <a:chOff x="4335105" y="3521200"/>
            <a:chExt cx="810670" cy="1177525"/>
          </a:xfrm>
        </p:grpSpPr>
        <p:pic>
          <p:nvPicPr>
            <p:cNvPr id="3026" name="Google Shape;302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27" name="Google Shape;3027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28" name="Google Shape;3028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29" name="Google Shape;302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30" name="Google Shape;303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31" name="Google Shape;3031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32" name="Google Shape;3032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33" name="Google Shape;303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34" name="Google Shape;3034;p101"/>
          <p:cNvCxnSpPr>
            <a:stCxn id="3023" idx="1"/>
            <a:endCxn id="3026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35" name="Google Shape;3035;p101"/>
          <p:cNvGrpSpPr/>
          <p:nvPr/>
        </p:nvGrpSpPr>
        <p:grpSpPr>
          <a:xfrm>
            <a:off x="909564" y="3318162"/>
            <a:ext cx="487942" cy="647285"/>
            <a:chOff x="4335105" y="3521200"/>
            <a:chExt cx="810670" cy="1177525"/>
          </a:xfrm>
        </p:grpSpPr>
        <p:pic>
          <p:nvPicPr>
            <p:cNvPr id="3036" name="Google Shape;303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37" name="Google Shape;3037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38" name="Google Shape;3038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39" name="Google Shape;303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40" name="Google Shape;304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41" name="Google Shape;3041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42" name="Google Shape;3042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43" name="Google Shape;304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44" name="Google Shape;3044;p101"/>
          <p:cNvCxnSpPr>
            <a:stCxn id="3023" idx="1"/>
            <a:endCxn id="3036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45" name="Google Shape;3045;p101"/>
          <p:cNvGrpSpPr/>
          <p:nvPr/>
        </p:nvGrpSpPr>
        <p:grpSpPr>
          <a:xfrm>
            <a:off x="909564" y="4092854"/>
            <a:ext cx="487942" cy="647285"/>
            <a:chOff x="4335105" y="3521200"/>
            <a:chExt cx="810670" cy="1177525"/>
          </a:xfrm>
        </p:grpSpPr>
        <p:pic>
          <p:nvPicPr>
            <p:cNvPr id="3046" name="Google Shape;304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47" name="Google Shape;3047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48" name="Google Shape;3048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49" name="Google Shape;304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50" name="Google Shape;305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51" name="Google Shape;3051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52" name="Google Shape;3052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53" name="Google Shape;305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54" name="Google Shape;3054;p101"/>
          <p:cNvCxnSpPr>
            <a:stCxn id="3023" idx="1"/>
            <a:endCxn id="3046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55" name="Google Shape;3055;p101"/>
          <p:cNvGrpSpPr/>
          <p:nvPr/>
        </p:nvGrpSpPr>
        <p:grpSpPr>
          <a:xfrm>
            <a:off x="2821979" y="1768779"/>
            <a:ext cx="487942" cy="647285"/>
            <a:chOff x="4335105" y="3521200"/>
            <a:chExt cx="810670" cy="1177525"/>
          </a:xfrm>
        </p:grpSpPr>
        <p:pic>
          <p:nvPicPr>
            <p:cNvPr id="3056" name="Google Shape;305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57" name="Google Shape;3057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58" name="Google Shape;3058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59" name="Google Shape;305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60" name="Google Shape;306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61" name="Google Shape;3061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62" name="Google Shape;3062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63" name="Google Shape;306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064" name="Google Shape;3064;p101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065" name="Google Shape;3065;p101"/>
          <p:cNvCxnSpPr>
            <a:stCxn id="3064" idx="1"/>
            <a:endCxn id="3056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66" name="Google Shape;3066;p101"/>
          <p:cNvGrpSpPr/>
          <p:nvPr/>
        </p:nvGrpSpPr>
        <p:grpSpPr>
          <a:xfrm>
            <a:off x="2821979" y="2543470"/>
            <a:ext cx="487942" cy="647285"/>
            <a:chOff x="4335105" y="3521200"/>
            <a:chExt cx="810670" cy="1177525"/>
          </a:xfrm>
        </p:grpSpPr>
        <p:pic>
          <p:nvPicPr>
            <p:cNvPr id="3067" name="Google Shape;3067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68" name="Google Shape;3068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69" name="Google Shape;306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70" name="Google Shape;307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71" name="Google Shape;307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72" name="Google Shape;3072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73" name="Google Shape;307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74" name="Google Shape;307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75" name="Google Shape;3075;p101"/>
          <p:cNvCxnSpPr>
            <a:stCxn id="3064" idx="1"/>
            <a:endCxn id="3067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76" name="Google Shape;3076;p101"/>
          <p:cNvGrpSpPr/>
          <p:nvPr/>
        </p:nvGrpSpPr>
        <p:grpSpPr>
          <a:xfrm>
            <a:off x="2821979" y="3318162"/>
            <a:ext cx="487942" cy="647285"/>
            <a:chOff x="4335105" y="3521200"/>
            <a:chExt cx="810670" cy="1177525"/>
          </a:xfrm>
        </p:grpSpPr>
        <p:pic>
          <p:nvPicPr>
            <p:cNvPr id="3077" name="Google Shape;3077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78" name="Google Shape;3078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79" name="Google Shape;307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80" name="Google Shape;308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81" name="Google Shape;308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82" name="Google Shape;3082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83" name="Google Shape;308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84" name="Google Shape;308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85" name="Google Shape;3085;p101"/>
          <p:cNvCxnSpPr>
            <a:stCxn id="3064" idx="1"/>
            <a:endCxn id="3077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86" name="Google Shape;3086;p101"/>
          <p:cNvGrpSpPr/>
          <p:nvPr/>
        </p:nvGrpSpPr>
        <p:grpSpPr>
          <a:xfrm>
            <a:off x="2821979" y="4092854"/>
            <a:ext cx="487942" cy="647285"/>
            <a:chOff x="4335105" y="3521200"/>
            <a:chExt cx="810670" cy="1177525"/>
          </a:xfrm>
        </p:grpSpPr>
        <p:pic>
          <p:nvPicPr>
            <p:cNvPr id="3087" name="Google Shape;3087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88" name="Google Shape;3088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89" name="Google Shape;308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90" name="Google Shape;309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91" name="Google Shape;309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92" name="Google Shape;3092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93" name="Google Shape;309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094" name="Google Shape;309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95" name="Google Shape;3095;p101"/>
          <p:cNvCxnSpPr>
            <a:stCxn id="3064" idx="1"/>
            <a:endCxn id="3087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6" name="Google Shape;3096;p101"/>
          <p:cNvGrpSpPr/>
          <p:nvPr/>
        </p:nvGrpSpPr>
        <p:grpSpPr>
          <a:xfrm>
            <a:off x="4757888" y="1768779"/>
            <a:ext cx="487942" cy="647285"/>
            <a:chOff x="4335105" y="3521200"/>
            <a:chExt cx="810670" cy="1177525"/>
          </a:xfrm>
        </p:grpSpPr>
        <p:pic>
          <p:nvPicPr>
            <p:cNvPr id="3097" name="Google Shape;3097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98" name="Google Shape;3098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099" name="Google Shape;309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00" name="Google Shape;310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01" name="Google Shape;310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02" name="Google Shape;3102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03" name="Google Shape;310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04" name="Google Shape;310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105" name="Google Shape;3105;p101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106" name="Google Shape;3106;p101"/>
          <p:cNvCxnSpPr>
            <a:stCxn id="3105" idx="1"/>
            <a:endCxn id="3097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07" name="Google Shape;3107;p101"/>
          <p:cNvGrpSpPr/>
          <p:nvPr/>
        </p:nvGrpSpPr>
        <p:grpSpPr>
          <a:xfrm>
            <a:off x="4757888" y="2543470"/>
            <a:ext cx="487942" cy="647285"/>
            <a:chOff x="4335105" y="3521200"/>
            <a:chExt cx="810670" cy="1177525"/>
          </a:xfrm>
        </p:grpSpPr>
        <p:pic>
          <p:nvPicPr>
            <p:cNvPr id="3108" name="Google Shape;3108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09" name="Google Shape;310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10" name="Google Shape;311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11" name="Google Shape;311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12" name="Google Shape;3112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13" name="Google Shape;311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14" name="Google Shape;311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15" name="Google Shape;3115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16" name="Google Shape;3116;p101"/>
          <p:cNvCxnSpPr>
            <a:stCxn id="3105" idx="1"/>
            <a:endCxn id="3108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17" name="Google Shape;3117;p101"/>
          <p:cNvGrpSpPr/>
          <p:nvPr/>
        </p:nvGrpSpPr>
        <p:grpSpPr>
          <a:xfrm>
            <a:off x="4757888" y="3318162"/>
            <a:ext cx="487942" cy="647285"/>
            <a:chOff x="4335105" y="3521200"/>
            <a:chExt cx="810670" cy="1177525"/>
          </a:xfrm>
        </p:grpSpPr>
        <p:pic>
          <p:nvPicPr>
            <p:cNvPr id="3118" name="Google Shape;3118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19" name="Google Shape;311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20" name="Google Shape;312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21" name="Google Shape;312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22" name="Google Shape;3122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23" name="Google Shape;312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24" name="Google Shape;312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25" name="Google Shape;3125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26" name="Google Shape;3126;p101"/>
          <p:cNvCxnSpPr>
            <a:stCxn id="3105" idx="1"/>
            <a:endCxn id="3118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27" name="Google Shape;3127;p101"/>
          <p:cNvGrpSpPr/>
          <p:nvPr/>
        </p:nvGrpSpPr>
        <p:grpSpPr>
          <a:xfrm>
            <a:off x="4757888" y="4092854"/>
            <a:ext cx="487942" cy="647285"/>
            <a:chOff x="4335105" y="3521200"/>
            <a:chExt cx="810670" cy="1177525"/>
          </a:xfrm>
        </p:grpSpPr>
        <p:pic>
          <p:nvPicPr>
            <p:cNvPr id="3128" name="Google Shape;3128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29" name="Google Shape;312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30" name="Google Shape;313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31" name="Google Shape;313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32" name="Google Shape;3132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33" name="Google Shape;313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34" name="Google Shape;313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35" name="Google Shape;3135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36" name="Google Shape;3136;p101"/>
          <p:cNvCxnSpPr>
            <a:stCxn id="3105" idx="1"/>
            <a:endCxn id="3128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37" name="Google Shape;3137;p101"/>
          <p:cNvGrpSpPr/>
          <p:nvPr/>
        </p:nvGrpSpPr>
        <p:grpSpPr>
          <a:xfrm>
            <a:off x="6742679" y="1768779"/>
            <a:ext cx="487942" cy="647285"/>
            <a:chOff x="4335105" y="3521200"/>
            <a:chExt cx="810670" cy="1177525"/>
          </a:xfrm>
        </p:grpSpPr>
        <p:pic>
          <p:nvPicPr>
            <p:cNvPr id="3138" name="Google Shape;3138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39" name="Google Shape;3139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40" name="Google Shape;314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41" name="Google Shape;314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42" name="Google Shape;3142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43" name="Google Shape;3143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44" name="Google Shape;314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45" name="Google Shape;3145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146" name="Google Shape;3146;p101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147" name="Google Shape;3147;p101"/>
          <p:cNvCxnSpPr>
            <a:stCxn id="3146" idx="1"/>
            <a:endCxn id="3138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48" name="Google Shape;3148;p101"/>
          <p:cNvGrpSpPr/>
          <p:nvPr/>
        </p:nvGrpSpPr>
        <p:grpSpPr>
          <a:xfrm>
            <a:off x="6742679" y="2543470"/>
            <a:ext cx="487942" cy="647285"/>
            <a:chOff x="4335105" y="3521200"/>
            <a:chExt cx="810670" cy="1177525"/>
          </a:xfrm>
        </p:grpSpPr>
        <p:pic>
          <p:nvPicPr>
            <p:cNvPr id="3149" name="Google Shape;314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50" name="Google Shape;315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51" name="Google Shape;315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52" name="Google Shape;3152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53" name="Google Shape;3153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54" name="Google Shape;315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55" name="Google Shape;3155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56" name="Google Shape;3156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57" name="Google Shape;3157;p101"/>
          <p:cNvCxnSpPr>
            <a:stCxn id="3146" idx="1"/>
            <a:endCxn id="3149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58" name="Google Shape;3158;p101"/>
          <p:cNvGrpSpPr/>
          <p:nvPr/>
        </p:nvGrpSpPr>
        <p:grpSpPr>
          <a:xfrm>
            <a:off x="6742679" y="3318162"/>
            <a:ext cx="487942" cy="647285"/>
            <a:chOff x="4335105" y="3521200"/>
            <a:chExt cx="810670" cy="1177525"/>
          </a:xfrm>
        </p:grpSpPr>
        <p:pic>
          <p:nvPicPr>
            <p:cNvPr id="3159" name="Google Shape;315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60" name="Google Shape;316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61" name="Google Shape;316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62" name="Google Shape;3162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63" name="Google Shape;3163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64" name="Google Shape;316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65" name="Google Shape;3165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66" name="Google Shape;3166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67" name="Google Shape;3167;p101"/>
          <p:cNvCxnSpPr>
            <a:stCxn id="3146" idx="1"/>
            <a:endCxn id="3159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68" name="Google Shape;3168;p101"/>
          <p:cNvGrpSpPr/>
          <p:nvPr/>
        </p:nvGrpSpPr>
        <p:grpSpPr>
          <a:xfrm>
            <a:off x="6742679" y="4092854"/>
            <a:ext cx="487942" cy="647285"/>
            <a:chOff x="4335105" y="3521200"/>
            <a:chExt cx="810670" cy="1177525"/>
          </a:xfrm>
        </p:grpSpPr>
        <p:pic>
          <p:nvPicPr>
            <p:cNvPr id="3169" name="Google Shape;316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70" name="Google Shape;3170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71" name="Google Shape;3171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72" name="Google Shape;3172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73" name="Google Shape;3173;p101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74" name="Google Shape;3174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75" name="Google Shape;3175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176" name="Google Shape;3176;p1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77" name="Google Shape;3177;p101"/>
          <p:cNvCxnSpPr>
            <a:stCxn id="3146" idx="1"/>
            <a:endCxn id="3169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3178" name="Google Shape;3178;p101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179" name="Google Shape;3179;p101"/>
          <p:cNvCxnSpPr>
            <a:stCxn id="3178" idx="2"/>
            <a:endCxn id="3064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0" name="Google Shape;3180;p101"/>
          <p:cNvCxnSpPr>
            <a:stCxn id="3146" idx="0"/>
            <a:endCxn id="3178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1" name="Google Shape;3181;p101"/>
          <p:cNvCxnSpPr>
            <a:stCxn id="3105" idx="0"/>
            <a:endCxn id="3178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2" name="Google Shape;3182;p101"/>
          <p:cNvCxnSpPr>
            <a:stCxn id="3178" idx="2"/>
            <a:endCxn id="3023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3183" name="Google Shape;3183;p101"/>
          <p:cNvPicPr preferRelativeResize="0"/>
          <p:nvPr/>
        </p:nvPicPr>
        <p:blipFill rotWithShape="1">
          <a:blip r:embed="rId7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4" name="Google Shape;3184;p101"/>
          <p:cNvCxnSpPr>
            <a:stCxn id="3183" idx="3"/>
            <a:endCxn id="3178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88" name="Shape 3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p102"/>
          <p:cNvSpPr/>
          <p:nvPr/>
        </p:nvSpPr>
        <p:spPr>
          <a:xfrm>
            <a:off x="319250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0" name="Google Shape;3190;p102"/>
          <p:cNvSpPr/>
          <p:nvPr/>
        </p:nvSpPr>
        <p:spPr>
          <a:xfrm>
            <a:off x="6152183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1" name="Google Shape;3191;p102"/>
          <p:cNvSpPr/>
          <p:nvPr/>
        </p:nvSpPr>
        <p:spPr>
          <a:xfrm>
            <a:off x="416621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2" name="Google Shape;3192;p102"/>
          <p:cNvSpPr/>
          <p:nvPr/>
        </p:nvSpPr>
        <p:spPr>
          <a:xfrm>
            <a:off x="223166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3" name="Google Shape;3193;p10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Cluster - Rack</a:t>
            </a:r>
            <a:endParaRPr/>
          </a:p>
        </p:txBody>
      </p:sp>
      <p:grpSp>
        <p:nvGrpSpPr>
          <p:cNvPr id="3194" name="Google Shape;3194;p102"/>
          <p:cNvGrpSpPr/>
          <p:nvPr/>
        </p:nvGrpSpPr>
        <p:grpSpPr>
          <a:xfrm>
            <a:off x="909564" y="1768779"/>
            <a:ext cx="487942" cy="647285"/>
            <a:chOff x="4335105" y="3521200"/>
            <a:chExt cx="810670" cy="1177525"/>
          </a:xfrm>
        </p:grpSpPr>
        <p:pic>
          <p:nvPicPr>
            <p:cNvPr id="3195" name="Google Shape;3195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96" name="Google Shape;3196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97" name="Google Shape;3197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98" name="Google Shape;3198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199" name="Google Shape;319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00" name="Google Shape;3200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01" name="Google Shape;3201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02" name="Google Shape;3202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203" name="Google Shape;3203;p102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204" name="Google Shape;3204;p102"/>
          <p:cNvCxnSpPr>
            <a:stCxn id="3203" idx="1"/>
            <a:endCxn id="3195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05" name="Google Shape;3205;p102"/>
          <p:cNvGrpSpPr/>
          <p:nvPr/>
        </p:nvGrpSpPr>
        <p:grpSpPr>
          <a:xfrm>
            <a:off x="909564" y="2543470"/>
            <a:ext cx="487942" cy="647285"/>
            <a:chOff x="4335105" y="3521200"/>
            <a:chExt cx="810670" cy="1177525"/>
          </a:xfrm>
        </p:grpSpPr>
        <p:pic>
          <p:nvPicPr>
            <p:cNvPr id="3206" name="Google Shape;3206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07" name="Google Shape;3207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08" name="Google Shape;3208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09" name="Google Shape;320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10" name="Google Shape;321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11" name="Google Shape;3211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12" name="Google Shape;3212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13" name="Google Shape;321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14" name="Google Shape;3214;p102"/>
          <p:cNvCxnSpPr>
            <a:stCxn id="3203" idx="1"/>
            <a:endCxn id="3206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15" name="Google Shape;3215;p102"/>
          <p:cNvGrpSpPr/>
          <p:nvPr/>
        </p:nvGrpSpPr>
        <p:grpSpPr>
          <a:xfrm>
            <a:off x="909564" y="3318162"/>
            <a:ext cx="487942" cy="647285"/>
            <a:chOff x="4335105" y="3521200"/>
            <a:chExt cx="810670" cy="1177525"/>
          </a:xfrm>
        </p:grpSpPr>
        <p:pic>
          <p:nvPicPr>
            <p:cNvPr id="3216" name="Google Shape;3216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17" name="Google Shape;3217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18" name="Google Shape;3218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19" name="Google Shape;321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20" name="Google Shape;322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21" name="Google Shape;3221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22" name="Google Shape;3222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23" name="Google Shape;322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24" name="Google Shape;3224;p102"/>
          <p:cNvCxnSpPr>
            <a:stCxn id="3203" idx="1"/>
            <a:endCxn id="3216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25" name="Google Shape;3225;p102"/>
          <p:cNvGrpSpPr/>
          <p:nvPr/>
        </p:nvGrpSpPr>
        <p:grpSpPr>
          <a:xfrm>
            <a:off x="909564" y="4092854"/>
            <a:ext cx="487942" cy="647285"/>
            <a:chOff x="4335105" y="3521200"/>
            <a:chExt cx="810670" cy="1177525"/>
          </a:xfrm>
        </p:grpSpPr>
        <p:pic>
          <p:nvPicPr>
            <p:cNvPr id="3226" name="Google Shape;3226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27" name="Google Shape;3227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28" name="Google Shape;3228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29" name="Google Shape;322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30" name="Google Shape;323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31" name="Google Shape;3231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32" name="Google Shape;3232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33" name="Google Shape;323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34" name="Google Shape;3234;p102"/>
          <p:cNvCxnSpPr>
            <a:stCxn id="3203" idx="1"/>
            <a:endCxn id="3226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35" name="Google Shape;3235;p102"/>
          <p:cNvGrpSpPr/>
          <p:nvPr/>
        </p:nvGrpSpPr>
        <p:grpSpPr>
          <a:xfrm>
            <a:off x="2821979" y="1768779"/>
            <a:ext cx="487942" cy="647285"/>
            <a:chOff x="4335105" y="3521200"/>
            <a:chExt cx="810670" cy="1177525"/>
          </a:xfrm>
        </p:grpSpPr>
        <p:pic>
          <p:nvPicPr>
            <p:cNvPr id="3236" name="Google Shape;3236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37" name="Google Shape;3237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38" name="Google Shape;3238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39" name="Google Shape;323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40" name="Google Shape;324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41" name="Google Shape;3241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42" name="Google Shape;3242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43" name="Google Shape;324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244" name="Google Shape;3244;p102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245" name="Google Shape;3245;p102"/>
          <p:cNvCxnSpPr>
            <a:stCxn id="3244" idx="1"/>
            <a:endCxn id="3236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46" name="Google Shape;3246;p102"/>
          <p:cNvGrpSpPr/>
          <p:nvPr/>
        </p:nvGrpSpPr>
        <p:grpSpPr>
          <a:xfrm>
            <a:off x="2821979" y="2543470"/>
            <a:ext cx="487942" cy="647285"/>
            <a:chOff x="4335105" y="3521200"/>
            <a:chExt cx="810670" cy="1177525"/>
          </a:xfrm>
        </p:grpSpPr>
        <p:pic>
          <p:nvPicPr>
            <p:cNvPr id="3247" name="Google Shape;3247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48" name="Google Shape;3248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49" name="Google Shape;324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50" name="Google Shape;325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51" name="Google Shape;325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52" name="Google Shape;3252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53" name="Google Shape;325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54" name="Google Shape;325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55" name="Google Shape;3255;p102"/>
          <p:cNvCxnSpPr>
            <a:stCxn id="3244" idx="1"/>
            <a:endCxn id="3247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56" name="Google Shape;3256;p102"/>
          <p:cNvGrpSpPr/>
          <p:nvPr/>
        </p:nvGrpSpPr>
        <p:grpSpPr>
          <a:xfrm>
            <a:off x="2821979" y="3318162"/>
            <a:ext cx="487942" cy="647285"/>
            <a:chOff x="4335105" y="3521200"/>
            <a:chExt cx="810670" cy="1177525"/>
          </a:xfrm>
        </p:grpSpPr>
        <p:pic>
          <p:nvPicPr>
            <p:cNvPr id="3257" name="Google Shape;3257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58" name="Google Shape;3258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59" name="Google Shape;325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60" name="Google Shape;326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61" name="Google Shape;326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62" name="Google Shape;3262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63" name="Google Shape;326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64" name="Google Shape;326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65" name="Google Shape;3265;p102"/>
          <p:cNvCxnSpPr>
            <a:stCxn id="3244" idx="1"/>
            <a:endCxn id="3257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66" name="Google Shape;3266;p102"/>
          <p:cNvGrpSpPr/>
          <p:nvPr/>
        </p:nvGrpSpPr>
        <p:grpSpPr>
          <a:xfrm>
            <a:off x="2821979" y="4092854"/>
            <a:ext cx="487942" cy="647285"/>
            <a:chOff x="4335105" y="3521200"/>
            <a:chExt cx="810670" cy="1177525"/>
          </a:xfrm>
        </p:grpSpPr>
        <p:pic>
          <p:nvPicPr>
            <p:cNvPr id="3267" name="Google Shape;3267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68" name="Google Shape;3268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69" name="Google Shape;326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70" name="Google Shape;327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71" name="Google Shape;327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72" name="Google Shape;3272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73" name="Google Shape;327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74" name="Google Shape;327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75" name="Google Shape;3275;p102"/>
          <p:cNvCxnSpPr>
            <a:stCxn id="3244" idx="1"/>
            <a:endCxn id="3267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76" name="Google Shape;3276;p102"/>
          <p:cNvGrpSpPr/>
          <p:nvPr/>
        </p:nvGrpSpPr>
        <p:grpSpPr>
          <a:xfrm>
            <a:off x="4757888" y="1768779"/>
            <a:ext cx="487942" cy="647285"/>
            <a:chOff x="4335105" y="3521200"/>
            <a:chExt cx="810670" cy="1177525"/>
          </a:xfrm>
        </p:grpSpPr>
        <p:pic>
          <p:nvPicPr>
            <p:cNvPr id="3277" name="Google Shape;3277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78" name="Google Shape;3278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79" name="Google Shape;327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80" name="Google Shape;328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81" name="Google Shape;328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82" name="Google Shape;3282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83" name="Google Shape;328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84" name="Google Shape;328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285" name="Google Shape;3285;p102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286" name="Google Shape;3286;p102"/>
          <p:cNvCxnSpPr>
            <a:stCxn id="3285" idx="1"/>
            <a:endCxn id="3277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87" name="Google Shape;3287;p102"/>
          <p:cNvGrpSpPr/>
          <p:nvPr/>
        </p:nvGrpSpPr>
        <p:grpSpPr>
          <a:xfrm>
            <a:off x="4757888" y="2543470"/>
            <a:ext cx="487942" cy="647285"/>
            <a:chOff x="4335105" y="3521200"/>
            <a:chExt cx="810670" cy="1177525"/>
          </a:xfrm>
        </p:grpSpPr>
        <p:pic>
          <p:nvPicPr>
            <p:cNvPr id="3288" name="Google Shape;328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89" name="Google Shape;328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90" name="Google Shape;329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91" name="Google Shape;329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92" name="Google Shape;3292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93" name="Google Shape;329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94" name="Google Shape;329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295" name="Google Shape;3295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96" name="Google Shape;3296;p102"/>
          <p:cNvCxnSpPr>
            <a:stCxn id="3285" idx="1"/>
            <a:endCxn id="3288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97" name="Google Shape;3297;p102"/>
          <p:cNvGrpSpPr/>
          <p:nvPr/>
        </p:nvGrpSpPr>
        <p:grpSpPr>
          <a:xfrm>
            <a:off x="4757888" y="3318162"/>
            <a:ext cx="487942" cy="647285"/>
            <a:chOff x="4335105" y="3521200"/>
            <a:chExt cx="810670" cy="1177525"/>
          </a:xfrm>
        </p:grpSpPr>
        <p:pic>
          <p:nvPicPr>
            <p:cNvPr id="3298" name="Google Shape;329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299" name="Google Shape;329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00" name="Google Shape;330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01" name="Google Shape;330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02" name="Google Shape;3302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03" name="Google Shape;330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04" name="Google Shape;330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05" name="Google Shape;3305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306" name="Google Shape;3306;p102"/>
          <p:cNvCxnSpPr>
            <a:stCxn id="3285" idx="1"/>
            <a:endCxn id="3298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07" name="Google Shape;3307;p102"/>
          <p:cNvGrpSpPr/>
          <p:nvPr/>
        </p:nvGrpSpPr>
        <p:grpSpPr>
          <a:xfrm>
            <a:off x="4757888" y="4092854"/>
            <a:ext cx="487942" cy="647285"/>
            <a:chOff x="4335105" y="3521200"/>
            <a:chExt cx="810670" cy="1177525"/>
          </a:xfrm>
        </p:grpSpPr>
        <p:pic>
          <p:nvPicPr>
            <p:cNvPr id="3308" name="Google Shape;330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09" name="Google Shape;330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10" name="Google Shape;331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11" name="Google Shape;331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12" name="Google Shape;3312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13" name="Google Shape;331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14" name="Google Shape;331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15" name="Google Shape;3315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316" name="Google Shape;3316;p102"/>
          <p:cNvCxnSpPr>
            <a:stCxn id="3285" idx="1"/>
            <a:endCxn id="3308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17" name="Google Shape;3317;p102"/>
          <p:cNvGrpSpPr/>
          <p:nvPr/>
        </p:nvGrpSpPr>
        <p:grpSpPr>
          <a:xfrm>
            <a:off x="6742679" y="1768779"/>
            <a:ext cx="487942" cy="647285"/>
            <a:chOff x="4335105" y="3521200"/>
            <a:chExt cx="810670" cy="1177525"/>
          </a:xfrm>
        </p:grpSpPr>
        <p:pic>
          <p:nvPicPr>
            <p:cNvPr id="3318" name="Google Shape;331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19" name="Google Shape;3319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20" name="Google Shape;332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21" name="Google Shape;332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22" name="Google Shape;3322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23" name="Google Shape;3323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24" name="Google Shape;332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25" name="Google Shape;3325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326" name="Google Shape;3326;p102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327" name="Google Shape;3327;p102"/>
          <p:cNvCxnSpPr>
            <a:stCxn id="3326" idx="1"/>
            <a:endCxn id="3318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28" name="Google Shape;3328;p102"/>
          <p:cNvGrpSpPr/>
          <p:nvPr/>
        </p:nvGrpSpPr>
        <p:grpSpPr>
          <a:xfrm>
            <a:off x="6742679" y="2543470"/>
            <a:ext cx="487942" cy="647285"/>
            <a:chOff x="4335105" y="3521200"/>
            <a:chExt cx="810670" cy="1177525"/>
          </a:xfrm>
        </p:grpSpPr>
        <p:pic>
          <p:nvPicPr>
            <p:cNvPr id="3329" name="Google Shape;3329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30" name="Google Shape;333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31" name="Google Shape;333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32" name="Google Shape;3332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33" name="Google Shape;3333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34" name="Google Shape;333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35" name="Google Shape;3335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36" name="Google Shape;3336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337" name="Google Shape;3337;p102"/>
          <p:cNvCxnSpPr>
            <a:stCxn id="3326" idx="1"/>
            <a:endCxn id="3329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38" name="Google Shape;3338;p102"/>
          <p:cNvGrpSpPr/>
          <p:nvPr/>
        </p:nvGrpSpPr>
        <p:grpSpPr>
          <a:xfrm>
            <a:off x="6742679" y="3318162"/>
            <a:ext cx="487942" cy="647285"/>
            <a:chOff x="4335105" y="3521200"/>
            <a:chExt cx="810670" cy="1177525"/>
          </a:xfrm>
        </p:grpSpPr>
        <p:pic>
          <p:nvPicPr>
            <p:cNvPr id="3339" name="Google Shape;3339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40" name="Google Shape;334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41" name="Google Shape;334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42" name="Google Shape;3342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43" name="Google Shape;3343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44" name="Google Shape;334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45" name="Google Shape;3345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46" name="Google Shape;3346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347" name="Google Shape;3347;p102"/>
          <p:cNvCxnSpPr>
            <a:stCxn id="3326" idx="1"/>
            <a:endCxn id="3339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48" name="Google Shape;3348;p102"/>
          <p:cNvGrpSpPr/>
          <p:nvPr/>
        </p:nvGrpSpPr>
        <p:grpSpPr>
          <a:xfrm>
            <a:off x="6742679" y="4092854"/>
            <a:ext cx="487942" cy="647285"/>
            <a:chOff x="4335105" y="3521200"/>
            <a:chExt cx="810670" cy="1177525"/>
          </a:xfrm>
        </p:grpSpPr>
        <p:pic>
          <p:nvPicPr>
            <p:cNvPr id="3349" name="Google Shape;3349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50" name="Google Shape;3350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51" name="Google Shape;3351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52" name="Google Shape;3352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53" name="Google Shape;3353;p102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54" name="Google Shape;335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55" name="Google Shape;3355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56" name="Google Shape;3356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357" name="Google Shape;3357;p102"/>
          <p:cNvCxnSpPr>
            <a:stCxn id="3326" idx="1"/>
            <a:endCxn id="3349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3358" name="Google Shape;3358;p102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359" name="Google Shape;3359;p102"/>
          <p:cNvCxnSpPr>
            <a:stCxn id="3358" idx="2"/>
            <a:endCxn id="3244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0" name="Google Shape;3360;p102"/>
          <p:cNvCxnSpPr>
            <a:stCxn id="3326" idx="0"/>
            <a:endCxn id="3358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1" name="Google Shape;3361;p102"/>
          <p:cNvCxnSpPr>
            <a:stCxn id="3285" idx="0"/>
            <a:endCxn id="3358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2" name="Google Shape;3362;p102"/>
          <p:cNvCxnSpPr>
            <a:stCxn id="3358" idx="2"/>
            <a:endCxn id="3203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3363" name="Google Shape;3363;p102"/>
          <p:cNvPicPr preferRelativeResize="0"/>
          <p:nvPr/>
        </p:nvPicPr>
        <p:blipFill rotWithShape="1">
          <a:blip r:embed="rId7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64" name="Google Shape;3364;p102"/>
          <p:cNvCxnSpPr>
            <a:stCxn id="3363" idx="3"/>
            <a:endCxn id="3358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68" name="Shape 3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" name="Google Shape;3369;p10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Cluster</a:t>
            </a:r>
            <a:endParaRPr/>
          </a:p>
        </p:txBody>
      </p:sp>
      <p:grpSp>
        <p:nvGrpSpPr>
          <p:cNvPr id="3370" name="Google Shape;3370;p103"/>
          <p:cNvGrpSpPr/>
          <p:nvPr/>
        </p:nvGrpSpPr>
        <p:grpSpPr>
          <a:xfrm>
            <a:off x="909564" y="1768779"/>
            <a:ext cx="487942" cy="647285"/>
            <a:chOff x="4335105" y="3521200"/>
            <a:chExt cx="810670" cy="1177525"/>
          </a:xfrm>
        </p:grpSpPr>
        <p:pic>
          <p:nvPicPr>
            <p:cNvPr id="3371" name="Google Shape;3371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72" name="Google Shape;3372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73" name="Google Shape;3373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74" name="Google Shape;3374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75" name="Google Shape;337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76" name="Google Shape;3376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77" name="Google Shape;3377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78" name="Google Shape;3378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379" name="Google Shape;3379;p103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380" name="Google Shape;3380;p103"/>
          <p:cNvCxnSpPr>
            <a:stCxn id="3379" idx="1"/>
            <a:endCxn id="3371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81" name="Google Shape;3381;p103"/>
          <p:cNvGrpSpPr/>
          <p:nvPr/>
        </p:nvGrpSpPr>
        <p:grpSpPr>
          <a:xfrm>
            <a:off x="909564" y="2543470"/>
            <a:ext cx="487942" cy="647285"/>
            <a:chOff x="4335105" y="3521200"/>
            <a:chExt cx="810670" cy="1177525"/>
          </a:xfrm>
        </p:grpSpPr>
        <p:pic>
          <p:nvPicPr>
            <p:cNvPr id="3382" name="Google Shape;3382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83" name="Google Shape;3383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84" name="Google Shape;3384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85" name="Google Shape;338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86" name="Google Shape;338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87" name="Google Shape;3387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88" name="Google Shape;3388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89" name="Google Shape;338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390" name="Google Shape;3390;p103"/>
          <p:cNvCxnSpPr>
            <a:stCxn id="3379" idx="1"/>
            <a:endCxn id="3382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91" name="Google Shape;3391;p103"/>
          <p:cNvGrpSpPr/>
          <p:nvPr/>
        </p:nvGrpSpPr>
        <p:grpSpPr>
          <a:xfrm>
            <a:off x="909564" y="3318162"/>
            <a:ext cx="487942" cy="647285"/>
            <a:chOff x="4335105" y="3521200"/>
            <a:chExt cx="810670" cy="1177525"/>
          </a:xfrm>
        </p:grpSpPr>
        <p:pic>
          <p:nvPicPr>
            <p:cNvPr id="3392" name="Google Shape;3392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93" name="Google Shape;3393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94" name="Google Shape;3394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95" name="Google Shape;339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396" name="Google Shape;339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97" name="Google Shape;3397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98" name="Google Shape;3398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399" name="Google Shape;339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00" name="Google Shape;3400;p103"/>
          <p:cNvCxnSpPr>
            <a:stCxn id="3379" idx="1"/>
            <a:endCxn id="3392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01" name="Google Shape;3401;p103"/>
          <p:cNvGrpSpPr/>
          <p:nvPr/>
        </p:nvGrpSpPr>
        <p:grpSpPr>
          <a:xfrm>
            <a:off x="909564" y="4092854"/>
            <a:ext cx="487942" cy="647285"/>
            <a:chOff x="4335105" y="3521200"/>
            <a:chExt cx="810670" cy="1177525"/>
          </a:xfrm>
        </p:grpSpPr>
        <p:pic>
          <p:nvPicPr>
            <p:cNvPr id="3402" name="Google Shape;3402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03" name="Google Shape;3403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04" name="Google Shape;3404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05" name="Google Shape;340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06" name="Google Shape;340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07" name="Google Shape;3407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08" name="Google Shape;3408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09" name="Google Shape;340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10" name="Google Shape;3410;p103"/>
          <p:cNvCxnSpPr>
            <a:stCxn id="3379" idx="1"/>
            <a:endCxn id="3402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1" name="Google Shape;3411;p103"/>
          <p:cNvGrpSpPr/>
          <p:nvPr/>
        </p:nvGrpSpPr>
        <p:grpSpPr>
          <a:xfrm>
            <a:off x="2821979" y="1768779"/>
            <a:ext cx="487942" cy="647285"/>
            <a:chOff x="4335105" y="3521200"/>
            <a:chExt cx="810670" cy="1177525"/>
          </a:xfrm>
        </p:grpSpPr>
        <p:pic>
          <p:nvPicPr>
            <p:cNvPr id="3412" name="Google Shape;3412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13" name="Google Shape;3413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14" name="Google Shape;3414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15" name="Google Shape;341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16" name="Google Shape;341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17" name="Google Shape;3417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18" name="Google Shape;3418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19" name="Google Shape;341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420" name="Google Shape;3420;p103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421" name="Google Shape;3421;p103"/>
          <p:cNvCxnSpPr>
            <a:stCxn id="3420" idx="1"/>
            <a:endCxn id="3412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22" name="Google Shape;3422;p103"/>
          <p:cNvGrpSpPr/>
          <p:nvPr/>
        </p:nvGrpSpPr>
        <p:grpSpPr>
          <a:xfrm>
            <a:off x="2821979" y="2543470"/>
            <a:ext cx="487942" cy="647285"/>
            <a:chOff x="4335105" y="3521200"/>
            <a:chExt cx="810670" cy="1177525"/>
          </a:xfrm>
        </p:grpSpPr>
        <p:pic>
          <p:nvPicPr>
            <p:cNvPr id="3423" name="Google Shape;342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24" name="Google Shape;3424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25" name="Google Shape;342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26" name="Google Shape;342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27" name="Google Shape;342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28" name="Google Shape;3428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29" name="Google Shape;342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30" name="Google Shape;343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31" name="Google Shape;3431;p103"/>
          <p:cNvCxnSpPr>
            <a:stCxn id="3420" idx="1"/>
            <a:endCxn id="3423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32" name="Google Shape;3432;p103"/>
          <p:cNvGrpSpPr/>
          <p:nvPr/>
        </p:nvGrpSpPr>
        <p:grpSpPr>
          <a:xfrm>
            <a:off x="2821979" y="3318162"/>
            <a:ext cx="487942" cy="647285"/>
            <a:chOff x="4335105" y="3521200"/>
            <a:chExt cx="810670" cy="1177525"/>
          </a:xfrm>
        </p:grpSpPr>
        <p:pic>
          <p:nvPicPr>
            <p:cNvPr id="3433" name="Google Shape;343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34" name="Google Shape;3434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35" name="Google Shape;343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36" name="Google Shape;343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37" name="Google Shape;343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38" name="Google Shape;3438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39" name="Google Shape;343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40" name="Google Shape;344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41" name="Google Shape;3441;p103"/>
          <p:cNvCxnSpPr>
            <a:stCxn id="3420" idx="1"/>
            <a:endCxn id="3433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42" name="Google Shape;3442;p103"/>
          <p:cNvGrpSpPr/>
          <p:nvPr/>
        </p:nvGrpSpPr>
        <p:grpSpPr>
          <a:xfrm>
            <a:off x="2821979" y="4092854"/>
            <a:ext cx="487942" cy="647285"/>
            <a:chOff x="4335105" y="3521200"/>
            <a:chExt cx="810670" cy="1177525"/>
          </a:xfrm>
        </p:grpSpPr>
        <p:pic>
          <p:nvPicPr>
            <p:cNvPr id="3443" name="Google Shape;344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44" name="Google Shape;3444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45" name="Google Shape;344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46" name="Google Shape;344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47" name="Google Shape;344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48" name="Google Shape;3448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49" name="Google Shape;344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50" name="Google Shape;345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51" name="Google Shape;3451;p103"/>
          <p:cNvCxnSpPr>
            <a:stCxn id="3420" idx="1"/>
            <a:endCxn id="3443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52" name="Google Shape;3452;p103"/>
          <p:cNvGrpSpPr/>
          <p:nvPr/>
        </p:nvGrpSpPr>
        <p:grpSpPr>
          <a:xfrm>
            <a:off x="4757888" y="1768779"/>
            <a:ext cx="487942" cy="647285"/>
            <a:chOff x="4335105" y="3521200"/>
            <a:chExt cx="810670" cy="1177525"/>
          </a:xfrm>
        </p:grpSpPr>
        <p:pic>
          <p:nvPicPr>
            <p:cNvPr id="3453" name="Google Shape;345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54" name="Google Shape;3454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55" name="Google Shape;345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56" name="Google Shape;345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57" name="Google Shape;345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58" name="Google Shape;3458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59" name="Google Shape;345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60" name="Google Shape;346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461" name="Google Shape;3461;p103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462" name="Google Shape;3462;p103"/>
          <p:cNvCxnSpPr>
            <a:stCxn id="3461" idx="1"/>
            <a:endCxn id="3453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63" name="Google Shape;3463;p103"/>
          <p:cNvGrpSpPr/>
          <p:nvPr/>
        </p:nvGrpSpPr>
        <p:grpSpPr>
          <a:xfrm>
            <a:off x="4757888" y="2543470"/>
            <a:ext cx="487942" cy="647285"/>
            <a:chOff x="4335105" y="3521200"/>
            <a:chExt cx="810670" cy="1177525"/>
          </a:xfrm>
        </p:grpSpPr>
        <p:pic>
          <p:nvPicPr>
            <p:cNvPr id="3464" name="Google Shape;3464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65" name="Google Shape;346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66" name="Google Shape;346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67" name="Google Shape;346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68" name="Google Shape;3468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69" name="Google Shape;346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70" name="Google Shape;347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71" name="Google Shape;3471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72" name="Google Shape;3472;p103"/>
          <p:cNvCxnSpPr>
            <a:stCxn id="3461" idx="1"/>
            <a:endCxn id="3464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73" name="Google Shape;3473;p103"/>
          <p:cNvGrpSpPr/>
          <p:nvPr/>
        </p:nvGrpSpPr>
        <p:grpSpPr>
          <a:xfrm>
            <a:off x="4757888" y="3318162"/>
            <a:ext cx="487942" cy="647285"/>
            <a:chOff x="4335105" y="3521200"/>
            <a:chExt cx="810670" cy="1177525"/>
          </a:xfrm>
        </p:grpSpPr>
        <p:pic>
          <p:nvPicPr>
            <p:cNvPr id="3474" name="Google Shape;3474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75" name="Google Shape;347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76" name="Google Shape;347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77" name="Google Shape;347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78" name="Google Shape;3478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79" name="Google Shape;347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80" name="Google Shape;348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81" name="Google Shape;3481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82" name="Google Shape;3482;p103"/>
          <p:cNvCxnSpPr>
            <a:stCxn id="3461" idx="1"/>
            <a:endCxn id="3474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83" name="Google Shape;3483;p103"/>
          <p:cNvGrpSpPr/>
          <p:nvPr/>
        </p:nvGrpSpPr>
        <p:grpSpPr>
          <a:xfrm>
            <a:off x="4757888" y="4092854"/>
            <a:ext cx="487942" cy="647285"/>
            <a:chOff x="4335105" y="3521200"/>
            <a:chExt cx="810670" cy="1177525"/>
          </a:xfrm>
        </p:grpSpPr>
        <p:pic>
          <p:nvPicPr>
            <p:cNvPr id="3484" name="Google Shape;3484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85" name="Google Shape;348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86" name="Google Shape;348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87" name="Google Shape;348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88" name="Google Shape;3488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89" name="Google Shape;348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90" name="Google Shape;349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91" name="Google Shape;3491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92" name="Google Shape;3492;p103"/>
          <p:cNvCxnSpPr>
            <a:stCxn id="3461" idx="1"/>
            <a:endCxn id="3484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93" name="Google Shape;3493;p103"/>
          <p:cNvGrpSpPr/>
          <p:nvPr/>
        </p:nvGrpSpPr>
        <p:grpSpPr>
          <a:xfrm>
            <a:off x="6742679" y="1768779"/>
            <a:ext cx="487942" cy="647285"/>
            <a:chOff x="4335105" y="3521200"/>
            <a:chExt cx="810670" cy="1177525"/>
          </a:xfrm>
        </p:grpSpPr>
        <p:pic>
          <p:nvPicPr>
            <p:cNvPr id="3494" name="Google Shape;3494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95" name="Google Shape;3495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96" name="Google Shape;349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97" name="Google Shape;349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498" name="Google Shape;3498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499" name="Google Shape;3499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00" name="Google Shape;350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01" name="Google Shape;3501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502" name="Google Shape;3502;p103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503" name="Google Shape;3503;p103"/>
          <p:cNvCxnSpPr>
            <a:stCxn id="3502" idx="1"/>
            <a:endCxn id="3494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04" name="Google Shape;3504;p103"/>
          <p:cNvGrpSpPr/>
          <p:nvPr/>
        </p:nvGrpSpPr>
        <p:grpSpPr>
          <a:xfrm>
            <a:off x="6742679" y="2543470"/>
            <a:ext cx="487942" cy="647285"/>
            <a:chOff x="4335105" y="3521200"/>
            <a:chExt cx="810670" cy="1177525"/>
          </a:xfrm>
        </p:grpSpPr>
        <p:pic>
          <p:nvPicPr>
            <p:cNvPr id="3505" name="Google Shape;3505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06" name="Google Shape;350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07" name="Google Shape;350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08" name="Google Shape;3508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09" name="Google Shape;3509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10" name="Google Shape;351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11" name="Google Shape;3511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12" name="Google Shape;3512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13" name="Google Shape;3513;p103"/>
          <p:cNvCxnSpPr>
            <a:stCxn id="3502" idx="1"/>
            <a:endCxn id="3505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14" name="Google Shape;3514;p103"/>
          <p:cNvGrpSpPr/>
          <p:nvPr/>
        </p:nvGrpSpPr>
        <p:grpSpPr>
          <a:xfrm>
            <a:off x="6742679" y="3318162"/>
            <a:ext cx="487942" cy="647285"/>
            <a:chOff x="4335105" y="3521200"/>
            <a:chExt cx="810670" cy="1177525"/>
          </a:xfrm>
        </p:grpSpPr>
        <p:pic>
          <p:nvPicPr>
            <p:cNvPr id="3515" name="Google Shape;3515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16" name="Google Shape;351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17" name="Google Shape;351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18" name="Google Shape;3518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19" name="Google Shape;3519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20" name="Google Shape;352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21" name="Google Shape;3521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22" name="Google Shape;3522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23" name="Google Shape;3523;p103"/>
          <p:cNvCxnSpPr>
            <a:stCxn id="3502" idx="1"/>
            <a:endCxn id="3515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24" name="Google Shape;3524;p103"/>
          <p:cNvGrpSpPr/>
          <p:nvPr/>
        </p:nvGrpSpPr>
        <p:grpSpPr>
          <a:xfrm>
            <a:off x="6742679" y="4092854"/>
            <a:ext cx="487942" cy="647285"/>
            <a:chOff x="4335105" y="3521200"/>
            <a:chExt cx="810670" cy="1177525"/>
          </a:xfrm>
        </p:grpSpPr>
        <p:pic>
          <p:nvPicPr>
            <p:cNvPr id="3525" name="Google Shape;3525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26" name="Google Shape;3526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27" name="Google Shape;3527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28" name="Google Shape;3528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29" name="Google Shape;3529;p103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30" name="Google Shape;3530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31" name="Google Shape;3531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32" name="Google Shape;3532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33" name="Google Shape;3533;p103"/>
          <p:cNvCxnSpPr>
            <a:stCxn id="3502" idx="1"/>
            <a:endCxn id="3525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3534" name="Google Shape;3534;p103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535" name="Google Shape;3535;p103"/>
          <p:cNvCxnSpPr>
            <a:stCxn id="3534" idx="2"/>
            <a:endCxn id="3420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6" name="Google Shape;3536;p103"/>
          <p:cNvCxnSpPr>
            <a:stCxn id="3502" idx="0"/>
            <a:endCxn id="3534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7" name="Google Shape;3537;p103"/>
          <p:cNvCxnSpPr>
            <a:stCxn id="3461" idx="0"/>
            <a:endCxn id="3534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8" name="Google Shape;3538;p103"/>
          <p:cNvCxnSpPr>
            <a:stCxn id="3534" idx="2"/>
            <a:endCxn id="3379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3539" name="Google Shape;3539;p103"/>
          <p:cNvPicPr preferRelativeResize="0"/>
          <p:nvPr/>
        </p:nvPicPr>
        <p:blipFill rotWithShape="1">
          <a:blip r:embed="rId7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40" name="Google Shape;3540;p103"/>
          <p:cNvCxnSpPr>
            <a:stCxn id="3539" idx="3"/>
            <a:endCxn id="3534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1" name="Google Shape;3541;p103"/>
          <p:cNvSpPr/>
          <p:nvPr/>
        </p:nvSpPr>
        <p:spPr>
          <a:xfrm>
            <a:off x="319250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2" name="Google Shape;3542;p103"/>
          <p:cNvSpPr/>
          <p:nvPr/>
        </p:nvSpPr>
        <p:spPr>
          <a:xfrm>
            <a:off x="6152183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3" name="Google Shape;3543;p103"/>
          <p:cNvSpPr/>
          <p:nvPr/>
        </p:nvSpPr>
        <p:spPr>
          <a:xfrm>
            <a:off x="416621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4" name="Google Shape;3544;p103"/>
          <p:cNvSpPr/>
          <p:nvPr/>
        </p:nvSpPr>
        <p:spPr>
          <a:xfrm>
            <a:off x="223166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p10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Cluster - Rack</a:t>
            </a:r>
            <a:endParaRPr/>
          </a:p>
        </p:txBody>
      </p:sp>
      <p:grpSp>
        <p:nvGrpSpPr>
          <p:cNvPr id="3550" name="Google Shape;3550;p104"/>
          <p:cNvGrpSpPr/>
          <p:nvPr/>
        </p:nvGrpSpPr>
        <p:grpSpPr>
          <a:xfrm>
            <a:off x="909564" y="1768779"/>
            <a:ext cx="487942" cy="647285"/>
            <a:chOff x="4335105" y="3521200"/>
            <a:chExt cx="810670" cy="1177525"/>
          </a:xfrm>
        </p:grpSpPr>
        <p:pic>
          <p:nvPicPr>
            <p:cNvPr id="3551" name="Google Shape;3551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52" name="Google Shape;3552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53" name="Google Shape;3553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54" name="Google Shape;3554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55" name="Google Shape;355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56" name="Google Shape;3556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57" name="Google Shape;3557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58" name="Google Shape;3558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559" name="Google Shape;3559;p104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560" name="Google Shape;3560;p104"/>
          <p:cNvCxnSpPr>
            <a:stCxn id="3559" idx="1"/>
            <a:endCxn id="3551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61" name="Google Shape;3561;p104"/>
          <p:cNvGrpSpPr/>
          <p:nvPr/>
        </p:nvGrpSpPr>
        <p:grpSpPr>
          <a:xfrm>
            <a:off x="909564" y="2543470"/>
            <a:ext cx="487942" cy="647285"/>
            <a:chOff x="4335105" y="3521200"/>
            <a:chExt cx="810670" cy="1177525"/>
          </a:xfrm>
        </p:grpSpPr>
        <p:pic>
          <p:nvPicPr>
            <p:cNvPr id="3562" name="Google Shape;3562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63" name="Google Shape;3563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64" name="Google Shape;3564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65" name="Google Shape;356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66" name="Google Shape;356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67" name="Google Shape;3567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68" name="Google Shape;3568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69" name="Google Shape;356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70" name="Google Shape;3570;p104"/>
          <p:cNvCxnSpPr>
            <a:stCxn id="3559" idx="1"/>
            <a:endCxn id="3562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1" name="Google Shape;3571;p104"/>
          <p:cNvGrpSpPr/>
          <p:nvPr/>
        </p:nvGrpSpPr>
        <p:grpSpPr>
          <a:xfrm>
            <a:off x="909564" y="3318162"/>
            <a:ext cx="487942" cy="647285"/>
            <a:chOff x="4335105" y="3521200"/>
            <a:chExt cx="810670" cy="1177525"/>
          </a:xfrm>
        </p:grpSpPr>
        <p:pic>
          <p:nvPicPr>
            <p:cNvPr id="3572" name="Google Shape;3572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73" name="Google Shape;3573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74" name="Google Shape;3574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75" name="Google Shape;357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76" name="Google Shape;357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77" name="Google Shape;3577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78" name="Google Shape;3578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79" name="Google Shape;357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80" name="Google Shape;3580;p104"/>
          <p:cNvCxnSpPr>
            <a:stCxn id="3559" idx="1"/>
            <a:endCxn id="3572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81" name="Google Shape;3581;p104"/>
          <p:cNvGrpSpPr/>
          <p:nvPr/>
        </p:nvGrpSpPr>
        <p:grpSpPr>
          <a:xfrm>
            <a:off x="909564" y="4092854"/>
            <a:ext cx="487942" cy="647285"/>
            <a:chOff x="4335105" y="3521200"/>
            <a:chExt cx="810670" cy="1177525"/>
          </a:xfrm>
        </p:grpSpPr>
        <p:pic>
          <p:nvPicPr>
            <p:cNvPr id="3582" name="Google Shape;3582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83" name="Google Shape;3583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84" name="Google Shape;3584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85" name="Google Shape;358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86" name="Google Shape;358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87" name="Google Shape;3587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88" name="Google Shape;3588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89" name="Google Shape;358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90" name="Google Shape;3590;p104"/>
          <p:cNvCxnSpPr>
            <a:stCxn id="3559" idx="1"/>
            <a:endCxn id="3582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91" name="Google Shape;3591;p104"/>
          <p:cNvGrpSpPr/>
          <p:nvPr/>
        </p:nvGrpSpPr>
        <p:grpSpPr>
          <a:xfrm>
            <a:off x="2821979" y="1768779"/>
            <a:ext cx="487942" cy="647285"/>
            <a:chOff x="4335105" y="3521200"/>
            <a:chExt cx="810670" cy="1177525"/>
          </a:xfrm>
        </p:grpSpPr>
        <p:pic>
          <p:nvPicPr>
            <p:cNvPr id="3592" name="Google Shape;3592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93" name="Google Shape;3593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94" name="Google Shape;3594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95" name="Google Shape;359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596" name="Google Shape;359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97" name="Google Shape;3597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98" name="Google Shape;3598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599" name="Google Shape;359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600" name="Google Shape;3600;p104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601" name="Google Shape;3601;p104"/>
          <p:cNvCxnSpPr>
            <a:stCxn id="3600" idx="1"/>
            <a:endCxn id="3592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02" name="Google Shape;3602;p104"/>
          <p:cNvGrpSpPr/>
          <p:nvPr/>
        </p:nvGrpSpPr>
        <p:grpSpPr>
          <a:xfrm>
            <a:off x="2821979" y="2543470"/>
            <a:ext cx="487942" cy="647285"/>
            <a:chOff x="4335105" y="3521200"/>
            <a:chExt cx="810670" cy="1177525"/>
          </a:xfrm>
        </p:grpSpPr>
        <p:pic>
          <p:nvPicPr>
            <p:cNvPr id="3603" name="Google Shape;3603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04" name="Google Shape;3604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05" name="Google Shape;360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06" name="Google Shape;360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07" name="Google Shape;360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08" name="Google Shape;3608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09" name="Google Shape;360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10" name="Google Shape;361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11" name="Google Shape;3611;p104"/>
          <p:cNvCxnSpPr>
            <a:stCxn id="3600" idx="1"/>
            <a:endCxn id="3603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12" name="Google Shape;3612;p104"/>
          <p:cNvGrpSpPr/>
          <p:nvPr/>
        </p:nvGrpSpPr>
        <p:grpSpPr>
          <a:xfrm>
            <a:off x="2821979" y="3318162"/>
            <a:ext cx="487942" cy="647285"/>
            <a:chOff x="4335105" y="3521200"/>
            <a:chExt cx="810670" cy="1177525"/>
          </a:xfrm>
        </p:grpSpPr>
        <p:pic>
          <p:nvPicPr>
            <p:cNvPr id="3613" name="Google Shape;3613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14" name="Google Shape;3614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15" name="Google Shape;361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16" name="Google Shape;361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17" name="Google Shape;361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18" name="Google Shape;3618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19" name="Google Shape;361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20" name="Google Shape;362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21" name="Google Shape;3621;p104"/>
          <p:cNvCxnSpPr>
            <a:stCxn id="3600" idx="1"/>
            <a:endCxn id="3613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22" name="Google Shape;3622;p104"/>
          <p:cNvGrpSpPr/>
          <p:nvPr/>
        </p:nvGrpSpPr>
        <p:grpSpPr>
          <a:xfrm>
            <a:off x="2821979" y="4092854"/>
            <a:ext cx="487942" cy="647285"/>
            <a:chOff x="4335105" y="3521200"/>
            <a:chExt cx="810670" cy="1177525"/>
          </a:xfrm>
        </p:grpSpPr>
        <p:pic>
          <p:nvPicPr>
            <p:cNvPr id="3623" name="Google Shape;3623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24" name="Google Shape;3624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25" name="Google Shape;362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26" name="Google Shape;362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27" name="Google Shape;362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28" name="Google Shape;3628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29" name="Google Shape;362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30" name="Google Shape;363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31" name="Google Shape;3631;p104"/>
          <p:cNvCxnSpPr>
            <a:stCxn id="3600" idx="1"/>
            <a:endCxn id="3623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32" name="Google Shape;3632;p104"/>
          <p:cNvGrpSpPr/>
          <p:nvPr/>
        </p:nvGrpSpPr>
        <p:grpSpPr>
          <a:xfrm>
            <a:off x="4757888" y="1768779"/>
            <a:ext cx="487942" cy="647285"/>
            <a:chOff x="4335105" y="3521200"/>
            <a:chExt cx="810670" cy="1177525"/>
          </a:xfrm>
        </p:grpSpPr>
        <p:pic>
          <p:nvPicPr>
            <p:cNvPr id="3633" name="Google Shape;3633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34" name="Google Shape;3634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35" name="Google Shape;363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36" name="Google Shape;363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37" name="Google Shape;363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38" name="Google Shape;3638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39" name="Google Shape;363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40" name="Google Shape;364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641" name="Google Shape;3641;p104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642" name="Google Shape;3642;p104"/>
          <p:cNvCxnSpPr>
            <a:stCxn id="3641" idx="1"/>
            <a:endCxn id="3633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43" name="Google Shape;3643;p104"/>
          <p:cNvGrpSpPr/>
          <p:nvPr/>
        </p:nvGrpSpPr>
        <p:grpSpPr>
          <a:xfrm>
            <a:off x="4757888" y="2543470"/>
            <a:ext cx="487942" cy="647285"/>
            <a:chOff x="4335105" y="3521200"/>
            <a:chExt cx="810670" cy="1177525"/>
          </a:xfrm>
        </p:grpSpPr>
        <p:pic>
          <p:nvPicPr>
            <p:cNvPr id="3644" name="Google Shape;3644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45" name="Google Shape;364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46" name="Google Shape;364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47" name="Google Shape;364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48" name="Google Shape;3648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49" name="Google Shape;364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50" name="Google Shape;365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51" name="Google Shape;3651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52" name="Google Shape;3652;p104"/>
          <p:cNvCxnSpPr>
            <a:stCxn id="3641" idx="1"/>
            <a:endCxn id="3644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53" name="Google Shape;3653;p104"/>
          <p:cNvGrpSpPr/>
          <p:nvPr/>
        </p:nvGrpSpPr>
        <p:grpSpPr>
          <a:xfrm>
            <a:off x="4757888" y="3318162"/>
            <a:ext cx="487942" cy="647285"/>
            <a:chOff x="4335105" y="3521200"/>
            <a:chExt cx="810670" cy="1177525"/>
          </a:xfrm>
        </p:grpSpPr>
        <p:pic>
          <p:nvPicPr>
            <p:cNvPr id="3654" name="Google Shape;3654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55" name="Google Shape;365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56" name="Google Shape;365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57" name="Google Shape;365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58" name="Google Shape;3658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59" name="Google Shape;365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60" name="Google Shape;366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61" name="Google Shape;3661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62" name="Google Shape;3662;p104"/>
          <p:cNvCxnSpPr>
            <a:stCxn id="3641" idx="1"/>
            <a:endCxn id="3654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63" name="Google Shape;3663;p104"/>
          <p:cNvGrpSpPr/>
          <p:nvPr/>
        </p:nvGrpSpPr>
        <p:grpSpPr>
          <a:xfrm>
            <a:off x="4757888" y="4092854"/>
            <a:ext cx="487942" cy="647285"/>
            <a:chOff x="4335105" y="3521200"/>
            <a:chExt cx="810670" cy="1177525"/>
          </a:xfrm>
        </p:grpSpPr>
        <p:pic>
          <p:nvPicPr>
            <p:cNvPr id="3664" name="Google Shape;3664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65" name="Google Shape;366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66" name="Google Shape;366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67" name="Google Shape;366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68" name="Google Shape;3668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69" name="Google Shape;366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70" name="Google Shape;367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71" name="Google Shape;3671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72" name="Google Shape;3672;p104"/>
          <p:cNvCxnSpPr>
            <a:stCxn id="3641" idx="1"/>
            <a:endCxn id="3664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73" name="Google Shape;3673;p104"/>
          <p:cNvGrpSpPr/>
          <p:nvPr/>
        </p:nvGrpSpPr>
        <p:grpSpPr>
          <a:xfrm>
            <a:off x="6742679" y="1768779"/>
            <a:ext cx="487942" cy="647285"/>
            <a:chOff x="4335105" y="3521200"/>
            <a:chExt cx="810670" cy="1177525"/>
          </a:xfrm>
        </p:grpSpPr>
        <p:pic>
          <p:nvPicPr>
            <p:cNvPr id="3674" name="Google Shape;3674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75" name="Google Shape;3675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76" name="Google Shape;367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77" name="Google Shape;367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78" name="Google Shape;3678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79" name="Google Shape;3679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80" name="Google Shape;368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81" name="Google Shape;3681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682" name="Google Shape;3682;p104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683" name="Google Shape;3683;p104"/>
          <p:cNvCxnSpPr>
            <a:stCxn id="3682" idx="1"/>
            <a:endCxn id="3674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84" name="Google Shape;3684;p104"/>
          <p:cNvGrpSpPr/>
          <p:nvPr/>
        </p:nvGrpSpPr>
        <p:grpSpPr>
          <a:xfrm>
            <a:off x="6742679" y="2543470"/>
            <a:ext cx="487942" cy="647285"/>
            <a:chOff x="4335105" y="3521200"/>
            <a:chExt cx="810670" cy="1177525"/>
          </a:xfrm>
        </p:grpSpPr>
        <p:pic>
          <p:nvPicPr>
            <p:cNvPr id="3685" name="Google Shape;3685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86" name="Google Shape;368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87" name="Google Shape;368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88" name="Google Shape;3688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89" name="Google Shape;3689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90" name="Google Shape;369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91" name="Google Shape;3691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692" name="Google Shape;3692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93" name="Google Shape;3693;p104"/>
          <p:cNvCxnSpPr>
            <a:stCxn id="3682" idx="1"/>
            <a:endCxn id="3685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94" name="Google Shape;3694;p104"/>
          <p:cNvGrpSpPr/>
          <p:nvPr/>
        </p:nvGrpSpPr>
        <p:grpSpPr>
          <a:xfrm>
            <a:off x="6742679" y="3318162"/>
            <a:ext cx="487942" cy="647285"/>
            <a:chOff x="4335105" y="3521200"/>
            <a:chExt cx="810670" cy="1177525"/>
          </a:xfrm>
        </p:grpSpPr>
        <p:pic>
          <p:nvPicPr>
            <p:cNvPr id="3695" name="Google Shape;3695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96" name="Google Shape;369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97" name="Google Shape;369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98" name="Google Shape;3698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699" name="Google Shape;3699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00" name="Google Shape;370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01" name="Google Shape;3701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02" name="Google Shape;3702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03" name="Google Shape;3703;p104"/>
          <p:cNvCxnSpPr>
            <a:stCxn id="3682" idx="1"/>
            <a:endCxn id="3695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04" name="Google Shape;3704;p104"/>
          <p:cNvGrpSpPr/>
          <p:nvPr/>
        </p:nvGrpSpPr>
        <p:grpSpPr>
          <a:xfrm>
            <a:off x="6742679" y="4092854"/>
            <a:ext cx="487942" cy="647285"/>
            <a:chOff x="4335105" y="3521200"/>
            <a:chExt cx="810670" cy="1177525"/>
          </a:xfrm>
        </p:grpSpPr>
        <p:pic>
          <p:nvPicPr>
            <p:cNvPr id="3705" name="Google Shape;3705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06" name="Google Shape;3706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07" name="Google Shape;3707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08" name="Google Shape;3708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09" name="Google Shape;3709;p104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10" name="Google Shape;3710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11" name="Google Shape;3711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12" name="Google Shape;3712;p10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13" name="Google Shape;3713;p104"/>
          <p:cNvCxnSpPr>
            <a:stCxn id="3682" idx="1"/>
            <a:endCxn id="3705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3714" name="Google Shape;3714;p104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715" name="Google Shape;3715;p104"/>
          <p:cNvCxnSpPr>
            <a:stCxn id="3714" idx="2"/>
            <a:endCxn id="3600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6" name="Google Shape;3716;p104"/>
          <p:cNvCxnSpPr>
            <a:stCxn id="3682" idx="0"/>
            <a:endCxn id="3714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7" name="Google Shape;3717;p104"/>
          <p:cNvCxnSpPr>
            <a:stCxn id="3641" idx="0"/>
            <a:endCxn id="3714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8" name="Google Shape;3718;p104"/>
          <p:cNvCxnSpPr>
            <a:stCxn id="3714" idx="2"/>
            <a:endCxn id="3559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3719" name="Google Shape;3719;p104"/>
          <p:cNvPicPr preferRelativeResize="0"/>
          <p:nvPr/>
        </p:nvPicPr>
        <p:blipFill rotWithShape="1">
          <a:blip r:embed="rId7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20" name="Google Shape;3720;p104"/>
          <p:cNvCxnSpPr>
            <a:stCxn id="3719" idx="3"/>
            <a:endCxn id="3714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1" name="Google Shape;3721;p104"/>
          <p:cNvSpPr/>
          <p:nvPr/>
        </p:nvSpPr>
        <p:spPr>
          <a:xfrm>
            <a:off x="319250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Rack 1</a:t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22" name="Google Shape;3722;p104"/>
          <p:cNvSpPr/>
          <p:nvPr/>
        </p:nvSpPr>
        <p:spPr>
          <a:xfrm>
            <a:off x="6152183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Rack N</a:t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23" name="Google Shape;3723;p104"/>
          <p:cNvSpPr/>
          <p:nvPr/>
        </p:nvSpPr>
        <p:spPr>
          <a:xfrm>
            <a:off x="416621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Rack 3</a:t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24" name="Google Shape;3724;p104"/>
          <p:cNvSpPr/>
          <p:nvPr/>
        </p:nvSpPr>
        <p:spPr>
          <a:xfrm>
            <a:off x="223166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Rack 2</a:t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28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9" name="Google Shape;3729;p10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Rack</a:t>
            </a:r>
            <a:endParaRPr/>
          </a:p>
        </p:txBody>
      </p:sp>
      <p:sp>
        <p:nvSpPr>
          <p:cNvPr id="3730" name="Google Shape;3730;p105"/>
          <p:cNvSpPr txBox="1"/>
          <p:nvPr>
            <p:ph idx="1" type="body"/>
          </p:nvPr>
        </p:nvSpPr>
        <p:spPr>
          <a:xfrm>
            <a:off x="199750" y="706405"/>
            <a:ext cx="8944200" cy="18654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Unidade com </a:t>
            </a:r>
            <a:r>
              <a:rPr b="1" lang="pt-BR" sz="1600"/>
              <a:t>múltiplos</a:t>
            </a:r>
            <a:r>
              <a:rPr lang="pt-BR" sz="1600"/>
              <a:t> nós (</a:t>
            </a:r>
            <a:r>
              <a:rPr b="1" lang="pt-BR" sz="1600"/>
              <a:t>nodes</a:t>
            </a:r>
            <a:r>
              <a:rPr lang="pt-BR" sz="1600"/>
              <a:t>) (computadores)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Nodes em um rack </a:t>
            </a:r>
            <a:r>
              <a:rPr b="1" lang="pt-BR" sz="1600"/>
              <a:t>compartilham o mesmo switch de rede e a mesma fonte de alimentação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Rack com </a:t>
            </a:r>
            <a:r>
              <a:rPr b="1" lang="pt-BR" sz="1600"/>
              <a:t>falhas</a:t>
            </a:r>
            <a:r>
              <a:rPr lang="pt-BR" sz="1600"/>
              <a:t> no switch e/ou fonte de alimentação </a:t>
            </a:r>
            <a:r>
              <a:rPr b="1" lang="pt-BR" sz="1600"/>
              <a:t>deixam todos os nodes internos indisponíveis</a:t>
            </a:r>
            <a:endParaRPr b="1" sz="1600"/>
          </a:p>
        </p:txBody>
      </p:sp>
      <p:pic>
        <p:nvPicPr>
          <p:cNvPr id="3731" name="Google Shape;3731;p105"/>
          <p:cNvPicPr preferRelativeResize="0"/>
          <p:nvPr/>
        </p:nvPicPr>
        <p:blipFill rotWithShape="1">
          <a:blip r:embed="rId3">
            <a:alphaModFix/>
          </a:blip>
          <a:srcRect b="16562" l="10806" r="6515" t="12414"/>
          <a:stretch/>
        </p:blipFill>
        <p:spPr>
          <a:xfrm>
            <a:off x="561499" y="2991575"/>
            <a:ext cx="4303824" cy="207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ata center rack" id="3732" name="Google Shape;3732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726" y="2991575"/>
            <a:ext cx="3522907" cy="198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36" name="Shape 3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Google Shape;3737;p106"/>
          <p:cNvSpPr/>
          <p:nvPr/>
        </p:nvSpPr>
        <p:spPr>
          <a:xfrm>
            <a:off x="319250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38" name="Google Shape;3738;p106"/>
          <p:cNvSpPr/>
          <p:nvPr/>
        </p:nvSpPr>
        <p:spPr>
          <a:xfrm>
            <a:off x="6152183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39" name="Google Shape;3739;p106"/>
          <p:cNvSpPr/>
          <p:nvPr/>
        </p:nvSpPr>
        <p:spPr>
          <a:xfrm>
            <a:off x="416621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40" name="Google Shape;3740;p106"/>
          <p:cNvSpPr/>
          <p:nvPr/>
        </p:nvSpPr>
        <p:spPr>
          <a:xfrm>
            <a:off x="223166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41" name="Google Shape;3741;p10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</a:t>
            </a:r>
            <a:r>
              <a:rPr lang="pt-BR"/>
              <a:t>Cluster</a:t>
            </a:r>
            <a:endParaRPr/>
          </a:p>
        </p:txBody>
      </p:sp>
      <p:grpSp>
        <p:nvGrpSpPr>
          <p:cNvPr id="3742" name="Google Shape;3742;p106"/>
          <p:cNvGrpSpPr/>
          <p:nvPr/>
        </p:nvGrpSpPr>
        <p:grpSpPr>
          <a:xfrm>
            <a:off x="909564" y="1768779"/>
            <a:ext cx="487942" cy="647285"/>
            <a:chOff x="4335105" y="3521200"/>
            <a:chExt cx="810670" cy="1177525"/>
          </a:xfrm>
        </p:grpSpPr>
        <p:pic>
          <p:nvPicPr>
            <p:cNvPr id="3743" name="Google Shape;3743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44" name="Google Shape;3744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45" name="Google Shape;3745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46" name="Google Shape;3746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47" name="Google Shape;374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48" name="Google Shape;3748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49" name="Google Shape;3749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50" name="Google Shape;3750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751" name="Google Shape;3751;p106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752" name="Google Shape;3752;p106"/>
          <p:cNvCxnSpPr>
            <a:stCxn id="3751" idx="1"/>
            <a:endCxn id="3743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53" name="Google Shape;3753;p106"/>
          <p:cNvGrpSpPr/>
          <p:nvPr/>
        </p:nvGrpSpPr>
        <p:grpSpPr>
          <a:xfrm>
            <a:off x="909564" y="2543470"/>
            <a:ext cx="487942" cy="647285"/>
            <a:chOff x="4335105" y="3521200"/>
            <a:chExt cx="810670" cy="1177525"/>
          </a:xfrm>
        </p:grpSpPr>
        <p:pic>
          <p:nvPicPr>
            <p:cNvPr id="3754" name="Google Shape;3754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55" name="Google Shape;3755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56" name="Google Shape;3756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57" name="Google Shape;375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58" name="Google Shape;375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59" name="Google Shape;3759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60" name="Google Shape;3760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61" name="Google Shape;376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62" name="Google Shape;3762;p106"/>
          <p:cNvCxnSpPr>
            <a:stCxn id="3751" idx="1"/>
            <a:endCxn id="3754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63" name="Google Shape;3763;p106"/>
          <p:cNvGrpSpPr/>
          <p:nvPr/>
        </p:nvGrpSpPr>
        <p:grpSpPr>
          <a:xfrm>
            <a:off x="909564" y="3318162"/>
            <a:ext cx="487942" cy="647285"/>
            <a:chOff x="4335105" y="3521200"/>
            <a:chExt cx="810670" cy="1177525"/>
          </a:xfrm>
        </p:grpSpPr>
        <p:pic>
          <p:nvPicPr>
            <p:cNvPr id="3764" name="Google Shape;3764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65" name="Google Shape;3765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66" name="Google Shape;3766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67" name="Google Shape;376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68" name="Google Shape;376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69" name="Google Shape;3769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70" name="Google Shape;3770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71" name="Google Shape;377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72" name="Google Shape;3772;p106"/>
          <p:cNvCxnSpPr>
            <a:stCxn id="3751" idx="1"/>
            <a:endCxn id="3764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73" name="Google Shape;3773;p106"/>
          <p:cNvGrpSpPr/>
          <p:nvPr/>
        </p:nvGrpSpPr>
        <p:grpSpPr>
          <a:xfrm>
            <a:off x="909564" y="4092854"/>
            <a:ext cx="487942" cy="647285"/>
            <a:chOff x="4335105" y="3521200"/>
            <a:chExt cx="810670" cy="1177525"/>
          </a:xfrm>
        </p:grpSpPr>
        <p:pic>
          <p:nvPicPr>
            <p:cNvPr id="3774" name="Google Shape;3774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75" name="Google Shape;3775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76" name="Google Shape;3776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77" name="Google Shape;377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78" name="Google Shape;377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79" name="Google Shape;3779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80" name="Google Shape;3780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81" name="Google Shape;378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82" name="Google Shape;3782;p106"/>
          <p:cNvCxnSpPr>
            <a:stCxn id="3751" idx="1"/>
            <a:endCxn id="3774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83" name="Google Shape;3783;p106"/>
          <p:cNvGrpSpPr/>
          <p:nvPr/>
        </p:nvGrpSpPr>
        <p:grpSpPr>
          <a:xfrm>
            <a:off x="2821979" y="1768779"/>
            <a:ext cx="487942" cy="647285"/>
            <a:chOff x="4335105" y="3521200"/>
            <a:chExt cx="810670" cy="1177525"/>
          </a:xfrm>
        </p:grpSpPr>
        <p:pic>
          <p:nvPicPr>
            <p:cNvPr id="3784" name="Google Shape;3784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85" name="Google Shape;3785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86" name="Google Shape;3786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87" name="Google Shape;378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88" name="Google Shape;378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89" name="Google Shape;3789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90" name="Google Shape;3790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791" name="Google Shape;379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792" name="Google Shape;3792;p106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793" name="Google Shape;3793;p106"/>
          <p:cNvCxnSpPr>
            <a:stCxn id="3792" idx="1"/>
            <a:endCxn id="3784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94" name="Google Shape;3794;p106"/>
          <p:cNvGrpSpPr/>
          <p:nvPr/>
        </p:nvGrpSpPr>
        <p:grpSpPr>
          <a:xfrm>
            <a:off x="2821979" y="2543470"/>
            <a:ext cx="487942" cy="647285"/>
            <a:chOff x="4335105" y="3521200"/>
            <a:chExt cx="810670" cy="1177525"/>
          </a:xfrm>
        </p:grpSpPr>
        <p:pic>
          <p:nvPicPr>
            <p:cNvPr id="3795" name="Google Shape;3795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96" name="Google Shape;3796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97" name="Google Shape;379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98" name="Google Shape;379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799" name="Google Shape;379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00" name="Google Shape;3800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01" name="Google Shape;380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02" name="Google Shape;380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03" name="Google Shape;3803;p106"/>
          <p:cNvCxnSpPr>
            <a:stCxn id="3792" idx="1"/>
            <a:endCxn id="3795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04" name="Google Shape;3804;p106"/>
          <p:cNvGrpSpPr/>
          <p:nvPr/>
        </p:nvGrpSpPr>
        <p:grpSpPr>
          <a:xfrm>
            <a:off x="2821979" y="3318162"/>
            <a:ext cx="487942" cy="647285"/>
            <a:chOff x="4335105" y="3521200"/>
            <a:chExt cx="810670" cy="1177525"/>
          </a:xfrm>
        </p:grpSpPr>
        <p:pic>
          <p:nvPicPr>
            <p:cNvPr id="3805" name="Google Shape;3805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06" name="Google Shape;3806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07" name="Google Shape;380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08" name="Google Shape;380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09" name="Google Shape;380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10" name="Google Shape;3810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11" name="Google Shape;381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12" name="Google Shape;381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13" name="Google Shape;3813;p106"/>
          <p:cNvCxnSpPr>
            <a:stCxn id="3792" idx="1"/>
            <a:endCxn id="3805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14" name="Google Shape;3814;p106"/>
          <p:cNvGrpSpPr/>
          <p:nvPr/>
        </p:nvGrpSpPr>
        <p:grpSpPr>
          <a:xfrm>
            <a:off x="2821979" y="4092854"/>
            <a:ext cx="487942" cy="647285"/>
            <a:chOff x="4335105" y="3521200"/>
            <a:chExt cx="810670" cy="1177525"/>
          </a:xfrm>
        </p:grpSpPr>
        <p:pic>
          <p:nvPicPr>
            <p:cNvPr id="3815" name="Google Shape;3815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16" name="Google Shape;3816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17" name="Google Shape;381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18" name="Google Shape;381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19" name="Google Shape;381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20" name="Google Shape;3820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21" name="Google Shape;382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22" name="Google Shape;382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23" name="Google Shape;3823;p106"/>
          <p:cNvCxnSpPr>
            <a:stCxn id="3792" idx="1"/>
            <a:endCxn id="3815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24" name="Google Shape;3824;p106"/>
          <p:cNvGrpSpPr/>
          <p:nvPr/>
        </p:nvGrpSpPr>
        <p:grpSpPr>
          <a:xfrm>
            <a:off x="4757888" y="1768779"/>
            <a:ext cx="487942" cy="647285"/>
            <a:chOff x="4335105" y="3521200"/>
            <a:chExt cx="810670" cy="1177525"/>
          </a:xfrm>
        </p:grpSpPr>
        <p:pic>
          <p:nvPicPr>
            <p:cNvPr id="3825" name="Google Shape;3825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26" name="Google Shape;3826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27" name="Google Shape;382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28" name="Google Shape;382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29" name="Google Shape;382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30" name="Google Shape;3830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31" name="Google Shape;383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32" name="Google Shape;383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833" name="Google Shape;3833;p106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834" name="Google Shape;3834;p106"/>
          <p:cNvCxnSpPr>
            <a:stCxn id="3833" idx="1"/>
            <a:endCxn id="3825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35" name="Google Shape;3835;p106"/>
          <p:cNvGrpSpPr/>
          <p:nvPr/>
        </p:nvGrpSpPr>
        <p:grpSpPr>
          <a:xfrm>
            <a:off x="4757888" y="2543470"/>
            <a:ext cx="487942" cy="647285"/>
            <a:chOff x="4335105" y="3521200"/>
            <a:chExt cx="810670" cy="1177525"/>
          </a:xfrm>
        </p:grpSpPr>
        <p:pic>
          <p:nvPicPr>
            <p:cNvPr id="3836" name="Google Shape;3836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37" name="Google Shape;383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38" name="Google Shape;383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39" name="Google Shape;383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40" name="Google Shape;3840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41" name="Google Shape;384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42" name="Google Shape;384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43" name="Google Shape;3843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44" name="Google Shape;3844;p106"/>
          <p:cNvCxnSpPr>
            <a:stCxn id="3833" idx="1"/>
            <a:endCxn id="3836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45" name="Google Shape;3845;p106"/>
          <p:cNvGrpSpPr/>
          <p:nvPr/>
        </p:nvGrpSpPr>
        <p:grpSpPr>
          <a:xfrm>
            <a:off x="4757888" y="3318162"/>
            <a:ext cx="487942" cy="647285"/>
            <a:chOff x="4335105" y="3521200"/>
            <a:chExt cx="810670" cy="1177525"/>
          </a:xfrm>
        </p:grpSpPr>
        <p:pic>
          <p:nvPicPr>
            <p:cNvPr id="3846" name="Google Shape;3846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47" name="Google Shape;384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48" name="Google Shape;384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49" name="Google Shape;384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50" name="Google Shape;3850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51" name="Google Shape;385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52" name="Google Shape;385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53" name="Google Shape;3853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54" name="Google Shape;3854;p106"/>
          <p:cNvCxnSpPr>
            <a:stCxn id="3833" idx="1"/>
            <a:endCxn id="3846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55" name="Google Shape;3855;p106"/>
          <p:cNvGrpSpPr/>
          <p:nvPr/>
        </p:nvGrpSpPr>
        <p:grpSpPr>
          <a:xfrm>
            <a:off x="4757888" y="4092854"/>
            <a:ext cx="487942" cy="647285"/>
            <a:chOff x="4335105" y="3521200"/>
            <a:chExt cx="810670" cy="1177525"/>
          </a:xfrm>
        </p:grpSpPr>
        <p:pic>
          <p:nvPicPr>
            <p:cNvPr id="3856" name="Google Shape;3856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57" name="Google Shape;385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58" name="Google Shape;385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59" name="Google Shape;385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60" name="Google Shape;3860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61" name="Google Shape;386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62" name="Google Shape;386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63" name="Google Shape;3863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64" name="Google Shape;3864;p106"/>
          <p:cNvCxnSpPr>
            <a:stCxn id="3833" idx="1"/>
            <a:endCxn id="3856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65" name="Google Shape;3865;p106"/>
          <p:cNvGrpSpPr/>
          <p:nvPr/>
        </p:nvGrpSpPr>
        <p:grpSpPr>
          <a:xfrm>
            <a:off x="6742679" y="1768779"/>
            <a:ext cx="487942" cy="647285"/>
            <a:chOff x="4335105" y="3521200"/>
            <a:chExt cx="810670" cy="1177525"/>
          </a:xfrm>
        </p:grpSpPr>
        <p:pic>
          <p:nvPicPr>
            <p:cNvPr id="3866" name="Google Shape;3866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67" name="Google Shape;3867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68" name="Google Shape;386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69" name="Google Shape;386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70" name="Google Shape;3870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71" name="Google Shape;3871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72" name="Google Shape;387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73" name="Google Shape;3873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result for network switch" id="3874" name="Google Shape;3874;p106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875" name="Google Shape;3875;p106"/>
          <p:cNvCxnSpPr>
            <a:stCxn id="3874" idx="1"/>
            <a:endCxn id="3866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76" name="Google Shape;3876;p106"/>
          <p:cNvGrpSpPr/>
          <p:nvPr/>
        </p:nvGrpSpPr>
        <p:grpSpPr>
          <a:xfrm>
            <a:off x="6742679" y="2543470"/>
            <a:ext cx="487942" cy="647285"/>
            <a:chOff x="4335105" y="3521200"/>
            <a:chExt cx="810670" cy="1177525"/>
          </a:xfrm>
        </p:grpSpPr>
        <p:pic>
          <p:nvPicPr>
            <p:cNvPr id="3877" name="Google Shape;3877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78" name="Google Shape;387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79" name="Google Shape;387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80" name="Google Shape;3880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81" name="Google Shape;3881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82" name="Google Shape;388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83" name="Google Shape;3883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84" name="Google Shape;3884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85" name="Google Shape;3885;p106"/>
          <p:cNvCxnSpPr>
            <a:stCxn id="3874" idx="1"/>
            <a:endCxn id="3877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86" name="Google Shape;3886;p106"/>
          <p:cNvGrpSpPr/>
          <p:nvPr/>
        </p:nvGrpSpPr>
        <p:grpSpPr>
          <a:xfrm>
            <a:off x="6742679" y="3318162"/>
            <a:ext cx="487942" cy="647285"/>
            <a:chOff x="4335105" y="3521200"/>
            <a:chExt cx="810670" cy="1177525"/>
          </a:xfrm>
        </p:grpSpPr>
        <p:pic>
          <p:nvPicPr>
            <p:cNvPr id="3887" name="Google Shape;3887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88" name="Google Shape;388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89" name="Google Shape;388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90" name="Google Shape;3890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91" name="Google Shape;3891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92" name="Google Shape;389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93" name="Google Shape;3893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894" name="Google Shape;3894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95" name="Google Shape;3895;p106"/>
          <p:cNvCxnSpPr>
            <a:stCxn id="3874" idx="1"/>
            <a:endCxn id="3887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96" name="Google Shape;3896;p106"/>
          <p:cNvGrpSpPr/>
          <p:nvPr/>
        </p:nvGrpSpPr>
        <p:grpSpPr>
          <a:xfrm>
            <a:off x="6742679" y="4092854"/>
            <a:ext cx="487942" cy="647285"/>
            <a:chOff x="4335105" y="3521200"/>
            <a:chExt cx="810670" cy="1177525"/>
          </a:xfrm>
        </p:grpSpPr>
        <p:pic>
          <p:nvPicPr>
            <p:cNvPr id="3897" name="Google Shape;3897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05" y="3521200"/>
              <a:ext cx="810670" cy="117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98" name="Google Shape;3898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412671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899" name="Google Shape;3899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4198039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900" name="Google Shape;3900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983412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hard drive" id="3901" name="Google Shape;3901;p106"/>
            <p:cNvPicPr preferRelativeResize="0"/>
            <p:nvPr/>
          </p:nvPicPr>
          <p:blipFill rotWithShape="1">
            <a:blip r:embed="rId4">
              <a:alphaModFix/>
            </a:blip>
            <a:srcRect b="0" l="14056" r="12077" t="0"/>
            <a:stretch/>
          </p:blipFill>
          <p:spPr>
            <a:xfrm rot="5400000">
              <a:off x="4491495" y="3759528"/>
              <a:ext cx="186698" cy="249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902" name="Google Shape;3902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229614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903" name="Google Shape;3903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40357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cpu icon" id="3904" name="Google Shape;3904;p10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91158" y="3841816"/>
              <a:ext cx="158529" cy="16393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905" name="Google Shape;3905;p106"/>
          <p:cNvCxnSpPr>
            <a:stCxn id="3874" idx="1"/>
            <a:endCxn id="3897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3906" name="Google Shape;3906;p106"/>
          <p:cNvPicPr preferRelativeResize="0"/>
          <p:nvPr/>
        </p:nvPicPr>
        <p:blipFill rotWithShape="1">
          <a:blip r:embed="rId6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907" name="Google Shape;3907;p106"/>
          <p:cNvCxnSpPr>
            <a:stCxn id="3906" idx="2"/>
            <a:endCxn id="3792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8" name="Google Shape;3908;p106"/>
          <p:cNvCxnSpPr>
            <a:stCxn id="3874" idx="0"/>
            <a:endCxn id="3906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9" name="Google Shape;3909;p106"/>
          <p:cNvCxnSpPr>
            <a:stCxn id="3833" idx="0"/>
            <a:endCxn id="3906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0" name="Google Shape;3910;p106"/>
          <p:cNvCxnSpPr>
            <a:stCxn id="3906" idx="2"/>
            <a:endCxn id="3751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3911" name="Google Shape;3911;p106"/>
          <p:cNvPicPr preferRelativeResize="0"/>
          <p:nvPr/>
        </p:nvPicPr>
        <p:blipFill rotWithShape="1">
          <a:blip r:embed="rId7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2" name="Google Shape;3912;p106"/>
          <p:cNvCxnSpPr>
            <a:stCxn id="3911" idx="3"/>
            <a:endCxn id="3906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3" name="Google Shape;3913;p106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4" name="Google Shape;3914;p106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5" name="Google Shape;3915;p106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6" name="Google Shape;3916;p106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20" name="Shape 3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" name="Google Shape;3921;p107"/>
          <p:cNvSpPr/>
          <p:nvPr/>
        </p:nvSpPr>
        <p:spPr>
          <a:xfrm>
            <a:off x="319250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2" name="Google Shape;3922;p107"/>
          <p:cNvSpPr/>
          <p:nvPr/>
        </p:nvSpPr>
        <p:spPr>
          <a:xfrm>
            <a:off x="6152183" y="1316737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3" name="Google Shape;3923;p107"/>
          <p:cNvSpPr/>
          <p:nvPr/>
        </p:nvSpPr>
        <p:spPr>
          <a:xfrm>
            <a:off x="416621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4" name="Google Shape;3924;p107"/>
          <p:cNvSpPr/>
          <p:nvPr/>
        </p:nvSpPr>
        <p:spPr>
          <a:xfrm>
            <a:off x="2231663" y="1316570"/>
            <a:ext cx="1668900" cy="348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5" name="Google Shape;3925;p10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</a:t>
            </a:r>
            <a:r>
              <a:rPr lang="pt-BR"/>
              <a:t>Cluster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3926" name="Google Shape;392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3927" name="Google Shape;3927;p10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928" name="Google Shape;3928;p107"/>
          <p:cNvCxnSpPr>
            <a:stCxn id="3927" idx="1"/>
            <a:endCxn id="3926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29" name="Google Shape;3929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0" name="Google Shape;3930;p107"/>
          <p:cNvCxnSpPr>
            <a:stCxn id="3927" idx="1"/>
            <a:endCxn id="3929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31" name="Google Shape;3931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2" name="Google Shape;3932;p107"/>
          <p:cNvCxnSpPr>
            <a:stCxn id="3927" idx="1"/>
            <a:endCxn id="3931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33" name="Google Shape;3933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4" name="Google Shape;3934;p107"/>
          <p:cNvCxnSpPr>
            <a:stCxn id="3927" idx="1"/>
            <a:endCxn id="3933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35" name="Google Shape;3935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3936" name="Google Shape;3936;p10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937" name="Google Shape;3937;p107"/>
          <p:cNvCxnSpPr>
            <a:stCxn id="3936" idx="1"/>
            <a:endCxn id="3935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38" name="Google Shape;393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9" name="Google Shape;3939;p107"/>
          <p:cNvCxnSpPr>
            <a:stCxn id="3936" idx="1"/>
            <a:endCxn id="3938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40" name="Google Shape;3940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41" name="Google Shape;3941;p107"/>
          <p:cNvCxnSpPr>
            <a:stCxn id="3936" idx="1"/>
            <a:endCxn id="3940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42" name="Google Shape;3942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43" name="Google Shape;3943;p107"/>
          <p:cNvCxnSpPr>
            <a:stCxn id="3936" idx="1"/>
            <a:endCxn id="3942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44" name="Google Shape;3944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3945" name="Google Shape;3945;p10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946" name="Google Shape;3946;p107"/>
          <p:cNvCxnSpPr>
            <a:stCxn id="3945" idx="1"/>
            <a:endCxn id="3944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47" name="Google Shape;3947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48" name="Google Shape;3948;p107"/>
          <p:cNvCxnSpPr>
            <a:stCxn id="3945" idx="1"/>
            <a:endCxn id="3947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49" name="Google Shape;3949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0" name="Google Shape;3950;p107"/>
          <p:cNvCxnSpPr>
            <a:stCxn id="3945" idx="1"/>
            <a:endCxn id="3949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51" name="Google Shape;3951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2" name="Google Shape;3952;p107"/>
          <p:cNvCxnSpPr>
            <a:stCxn id="3945" idx="1"/>
            <a:endCxn id="3951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53" name="Google Shape;3953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3954" name="Google Shape;3954;p10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955" name="Google Shape;3955;p107"/>
          <p:cNvCxnSpPr>
            <a:stCxn id="3954" idx="1"/>
            <a:endCxn id="3953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56" name="Google Shape;395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7" name="Google Shape;3957;p107"/>
          <p:cNvCxnSpPr>
            <a:stCxn id="3954" idx="1"/>
            <a:endCxn id="3956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58" name="Google Shape;395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9" name="Google Shape;3959;p107"/>
          <p:cNvCxnSpPr>
            <a:stCxn id="3954" idx="1"/>
            <a:endCxn id="3958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60" name="Google Shape;3960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1" name="Google Shape;3961;p107"/>
          <p:cNvCxnSpPr>
            <a:stCxn id="3954" idx="1"/>
            <a:endCxn id="3960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3962" name="Google Shape;3962;p10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963" name="Google Shape;3963;p107"/>
          <p:cNvCxnSpPr>
            <a:stCxn id="3962" idx="2"/>
            <a:endCxn id="3936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4" name="Google Shape;3964;p107"/>
          <p:cNvCxnSpPr>
            <a:stCxn id="3954" idx="0"/>
            <a:endCxn id="3962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5" name="Google Shape;3965;p107"/>
          <p:cNvCxnSpPr>
            <a:stCxn id="3945" idx="0"/>
            <a:endCxn id="3962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6" name="Google Shape;3966;p107"/>
          <p:cNvCxnSpPr>
            <a:stCxn id="3962" idx="2"/>
            <a:endCxn id="3927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3967" name="Google Shape;3967;p107"/>
          <p:cNvPicPr preferRelativeResize="0"/>
          <p:nvPr/>
        </p:nvPicPr>
        <p:blipFill rotWithShape="1">
          <a:blip r:embed="rId5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8" name="Google Shape;3968;p107"/>
          <p:cNvCxnSpPr>
            <a:stCxn id="3967" idx="3"/>
            <a:endCxn id="3962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9" name="Google Shape;3969;p107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0" name="Google Shape;3970;p107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1" name="Google Shape;3971;p107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2" name="Google Shape;3972;p107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76" name="Shape 3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7" name="Google Shape;3977;p10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Hadoop Cluster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3978" name="Google Shape;3978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3979" name="Google Shape;3979;p10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980" name="Google Shape;3980;p108"/>
          <p:cNvCxnSpPr>
            <a:stCxn id="3979" idx="1"/>
            <a:endCxn id="3978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81" name="Google Shape;3981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2" name="Google Shape;3982;p108"/>
          <p:cNvCxnSpPr>
            <a:stCxn id="3979" idx="1"/>
            <a:endCxn id="3981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83" name="Google Shape;398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4" name="Google Shape;3984;p108"/>
          <p:cNvCxnSpPr>
            <a:stCxn id="3979" idx="1"/>
            <a:endCxn id="3983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85" name="Google Shape;3985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6" name="Google Shape;3986;p108"/>
          <p:cNvCxnSpPr>
            <a:stCxn id="3979" idx="1"/>
            <a:endCxn id="3985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87" name="Google Shape;3987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3988" name="Google Shape;3988;p10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989" name="Google Shape;3989;p108"/>
          <p:cNvCxnSpPr>
            <a:stCxn id="3988" idx="1"/>
            <a:endCxn id="3987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90" name="Google Shape;3990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1" name="Google Shape;3991;p108"/>
          <p:cNvCxnSpPr>
            <a:stCxn id="3988" idx="1"/>
            <a:endCxn id="3990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92" name="Google Shape;3992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3" name="Google Shape;3993;p108"/>
          <p:cNvCxnSpPr>
            <a:stCxn id="3988" idx="1"/>
            <a:endCxn id="3992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94" name="Google Shape;3994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5" name="Google Shape;3995;p108"/>
          <p:cNvCxnSpPr>
            <a:stCxn id="3988" idx="1"/>
            <a:endCxn id="3994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96" name="Google Shape;3996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3997" name="Google Shape;3997;p10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998" name="Google Shape;3998;p108"/>
          <p:cNvCxnSpPr>
            <a:stCxn id="3997" idx="1"/>
            <a:endCxn id="3996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99" name="Google Shape;3999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0" name="Google Shape;4000;p108"/>
          <p:cNvCxnSpPr>
            <a:stCxn id="3997" idx="1"/>
            <a:endCxn id="3999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01" name="Google Shape;4001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2" name="Google Shape;4002;p108"/>
          <p:cNvCxnSpPr>
            <a:stCxn id="3997" idx="1"/>
            <a:endCxn id="4001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03" name="Google Shape;400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4" name="Google Shape;4004;p108"/>
          <p:cNvCxnSpPr>
            <a:stCxn id="3997" idx="1"/>
            <a:endCxn id="4003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05" name="Google Shape;4005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006" name="Google Shape;4006;p10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07" name="Google Shape;4007;p108"/>
          <p:cNvCxnSpPr>
            <a:stCxn id="4006" idx="1"/>
            <a:endCxn id="4005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08" name="Google Shape;4008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9" name="Google Shape;4009;p108"/>
          <p:cNvCxnSpPr>
            <a:stCxn id="4006" idx="1"/>
            <a:endCxn id="4008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10" name="Google Shape;4010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1" name="Google Shape;4011;p108"/>
          <p:cNvCxnSpPr>
            <a:stCxn id="4006" idx="1"/>
            <a:endCxn id="4010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12" name="Google Shape;4012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3" name="Google Shape;4013;p108"/>
          <p:cNvCxnSpPr>
            <a:stCxn id="4006" idx="1"/>
            <a:endCxn id="4012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014" name="Google Shape;4014;p10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15" name="Google Shape;4015;p108"/>
          <p:cNvCxnSpPr>
            <a:stCxn id="4014" idx="2"/>
            <a:endCxn id="3988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6" name="Google Shape;4016;p108"/>
          <p:cNvCxnSpPr>
            <a:stCxn id="4006" idx="0"/>
            <a:endCxn id="4014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7" name="Google Shape;4017;p108"/>
          <p:cNvCxnSpPr>
            <a:stCxn id="3997" idx="0"/>
            <a:endCxn id="4014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8" name="Google Shape;4018;p108"/>
          <p:cNvCxnSpPr>
            <a:stCxn id="4014" idx="2"/>
            <a:endCxn id="3979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019" name="Google Shape;4019;p108"/>
          <p:cNvPicPr preferRelativeResize="0"/>
          <p:nvPr/>
        </p:nvPicPr>
        <p:blipFill rotWithShape="1">
          <a:blip r:embed="rId5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20" name="Google Shape;4020;p108"/>
          <p:cNvCxnSpPr>
            <a:stCxn id="4019" idx="3"/>
            <a:endCxn id="4014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1" name="Google Shape;4021;p108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2" name="Google Shape;4022;p108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3" name="Google Shape;4023;p108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4" name="Google Shape;4024;p108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28" name="Shape 4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Google Shape;4029;p10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Cluster - </a:t>
            </a:r>
            <a:r>
              <a:rPr lang="pt-BR">
                <a:solidFill>
                  <a:srgbClr val="FF0000"/>
                </a:solidFill>
              </a:rPr>
              <a:t>Namenode (master)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030" name="Google Shape;4030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031" name="Google Shape;4031;p10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32" name="Google Shape;4032;p109"/>
          <p:cNvCxnSpPr>
            <a:stCxn id="4031" idx="1"/>
            <a:endCxn id="4030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33" name="Google Shape;4033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4" name="Google Shape;4034;p109"/>
          <p:cNvCxnSpPr>
            <a:stCxn id="4031" idx="1"/>
            <a:endCxn id="4033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35" name="Google Shape;4035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6" name="Google Shape;4036;p109"/>
          <p:cNvCxnSpPr>
            <a:stCxn id="4031" idx="1"/>
            <a:endCxn id="4035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37" name="Google Shape;4037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8" name="Google Shape;4038;p109"/>
          <p:cNvCxnSpPr>
            <a:stCxn id="4031" idx="1"/>
            <a:endCxn id="4037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39" name="Google Shape;4039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040" name="Google Shape;4040;p10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41" name="Google Shape;4041;p109"/>
          <p:cNvCxnSpPr>
            <a:stCxn id="4040" idx="1"/>
            <a:endCxn id="4039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42" name="Google Shape;4042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3" name="Google Shape;4043;p109"/>
          <p:cNvCxnSpPr>
            <a:stCxn id="4040" idx="1"/>
            <a:endCxn id="4042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44" name="Google Shape;4044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5" name="Google Shape;4045;p109"/>
          <p:cNvCxnSpPr>
            <a:stCxn id="4040" idx="1"/>
            <a:endCxn id="4044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46" name="Google Shape;4046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7" name="Google Shape;4047;p109"/>
          <p:cNvCxnSpPr>
            <a:stCxn id="4040" idx="1"/>
            <a:endCxn id="4046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48" name="Google Shape;4048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049" name="Google Shape;4049;p10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50" name="Google Shape;4050;p109"/>
          <p:cNvCxnSpPr>
            <a:stCxn id="4049" idx="1"/>
            <a:endCxn id="4048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51" name="Google Shape;4051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52" name="Google Shape;4052;p109"/>
          <p:cNvCxnSpPr>
            <a:stCxn id="4049" idx="1"/>
            <a:endCxn id="4051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53" name="Google Shape;4053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54" name="Google Shape;4054;p109"/>
          <p:cNvCxnSpPr>
            <a:stCxn id="4049" idx="1"/>
            <a:endCxn id="4053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55" name="Google Shape;4055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56" name="Google Shape;4056;p109"/>
          <p:cNvCxnSpPr>
            <a:stCxn id="4049" idx="1"/>
            <a:endCxn id="4055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57" name="Google Shape;4057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058" name="Google Shape;4058;p10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59" name="Google Shape;4059;p109"/>
          <p:cNvCxnSpPr>
            <a:stCxn id="4058" idx="1"/>
            <a:endCxn id="4057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60" name="Google Shape;4060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1" name="Google Shape;4061;p109"/>
          <p:cNvCxnSpPr>
            <a:stCxn id="4058" idx="1"/>
            <a:endCxn id="4060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62" name="Google Shape;4062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3" name="Google Shape;4063;p109"/>
          <p:cNvCxnSpPr>
            <a:stCxn id="4058" idx="1"/>
            <a:endCxn id="4062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64" name="Google Shape;4064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5" name="Google Shape;4065;p109"/>
          <p:cNvCxnSpPr>
            <a:stCxn id="4058" idx="1"/>
            <a:endCxn id="4064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066" name="Google Shape;4066;p10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67" name="Google Shape;4067;p109"/>
          <p:cNvCxnSpPr>
            <a:stCxn id="4066" idx="2"/>
            <a:endCxn id="4040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8" name="Google Shape;4068;p109"/>
          <p:cNvCxnSpPr>
            <a:stCxn id="4058" idx="0"/>
            <a:endCxn id="4066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9" name="Google Shape;4069;p109"/>
          <p:cNvCxnSpPr>
            <a:stCxn id="4049" idx="0"/>
            <a:endCxn id="4066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0" name="Google Shape;4070;p109"/>
          <p:cNvCxnSpPr>
            <a:stCxn id="4066" idx="2"/>
            <a:endCxn id="4031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071" name="Google Shape;4071;p109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72" name="Google Shape;4072;p109"/>
          <p:cNvCxnSpPr>
            <a:stCxn id="4071" idx="3"/>
            <a:endCxn id="4066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3" name="Google Shape;4073;p109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4" name="Google Shape;4074;p109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5" name="Google Shape;4075;p109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6" name="Google Shape;4076;p109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7" name="Google Shape;4077;p109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81" name="Shape 4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2" name="Google Shape;4082;p11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Cluster - </a:t>
            </a:r>
            <a:r>
              <a:rPr lang="pt-BR">
                <a:solidFill>
                  <a:srgbClr val="0E9453"/>
                </a:solidFill>
              </a:rPr>
              <a:t>Datanode</a:t>
            </a:r>
            <a:r>
              <a:rPr lang="pt-BR">
                <a:solidFill>
                  <a:srgbClr val="0E9453"/>
                </a:solidFill>
              </a:rPr>
              <a:t> (slave)</a:t>
            </a:r>
            <a:endParaRPr>
              <a:solidFill>
                <a:srgbClr val="0E9453"/>
              </a:solidFill>
            </a:endParaRPr>
          </a:p>
        </p:txBody>
      </p:sp>
      <p:pic>
        <p:nvPicPr>
          <p:cNvPr id="4083" name="Google Shape;4083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084" name="Google Shape;4084;p11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85" name="Google Shape;4085;p110"/>
          <p:cNvCxnSpPr>
            <a:stCxn id="4084" idx="1"/>
            <a:endCxn id="4083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86" name="Google Shape;4086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87" name="Google Shape;4087;p110"/>
          <p:cNvCxnSpPr>
            <a:stCxn id="4084" idx="1"/>
            <a:endCxn id="4086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88" name="Google Shape;4088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89" name="Google Shape;4089;p110"/>
          <p:cNvCxnSpPr>
            <a:stCxn id="4084" idx="1"/>
            <a:endCxn id="4088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90" name="Google Shape;4090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1" name="Google Shape;4091;p110"/>
          <p:cNvCxnSpPr>
            <a:stCxn id="4084" idx="1"/>
            <a:endCxn id="4090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92" name="Google Shape;4092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093" name="Google Shape;4093;p11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094" name="Google Shape;4094;p110"/>
          <p:cNvCxnSpPr>
            <a:stCxn id="4093" idx="1"/>
            <a:endCxn id="4092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95" name="Google Shape;4095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6" name="Google Shape;4096;p110"/>
          <p:cNvCxnSpPr>
            <a:stCxn id="4093" idx="1"/>
            <a:endCxn id="4095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97" name="Google Shape;4097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8" name="Google Shape;4098;p110"/>
          <p:cNvCxnSpPr>
            <a:stCxn id="4093" idx="1"/>
            <a:endCxn id="4097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99" name="Google Shape;4099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0" name="Google Shape;4100;p110"/>
          <p:cNvCxnSpPr>
            <a:stCxn id="4093" idx="1"/>
            <a:endCxn id="4099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01" name="Google Shape;4101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102" name="Google Shape;4102;p11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103" name="Google Shape;4103;p110"/>
          <p:cNvCxnSpPr>
            <a:stCxn id="4102" idx="1"/>
            <a:endCxn id="4101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04" name="Google Shape;4104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5" name="Google Shape;4105;p110"/>
          <p:cNvCxnSpPr>
            <a:stCxn id="4102" idx="1"/>
            <a:endCxn id="4104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06" name="Google Shape;4106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7" name="Google Shape;4107;p110"/>
          <p:cNvCxnSpPr>
            <a:stCxn id="4102" idx="1"/>
            <a:endCxn id="4106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08" name="Google Shape;4108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9" name="Google Shape;4109;p110"/>
          <p:cNvCxnSpPr>
            <a:stCxn id="4102" idx="1"/>
            <a:endCxn id="4108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10" name="Google Shape;4110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111" name="Google Shape;4111;p11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112" name="Google Shape;4112;p110"/>
          <p:cNvCxnSpPr>
            <a:stCxn id="4111" idx="1"/>
            <a:endCxn id="4110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13" name="Google Shape;4113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14" name="Google Shape;4114;p110"/>
          <p:cNvCxnSpPr>
            <a:stCxn id="4111" idx="1"/>
            <a:endCxn id="4113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15" name="Google Shape;4115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16" name="Google Shape;4116;p110"/>
          <p:cNvCxnSpPr>
            <a:stCxn id="4111" idx="1"/>
            <a:endCxn id="4115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17" name="Google Shape;4117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18" name="Google Shape;4118;p110"/>
          <p:cNvCxnSpPr>
            <a:stCxn id="4111" idx="1"/>
            <a:endCxn id="4117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119" name="Google Shape;4119;p11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120" name="Google Shape;4120;p110"/>
          <p:cNvCxnSpPr>
            <a:stCxn id="4119" idx="2"/>
            <a:endCxn id="4093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1" name="Google Shape;4121;p110"/>
          <p:cNvCxnSpPr>
            <a:stCxn id="4111" idx="0"/>
            <a:endCxn id="4119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2" name="Google Shape;4122;p110"/>
          <p:cNvCxnSpPr>
            <a:stCxn id="4102" idx="0"/>
            <a:endCxn id="4119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3" name="Google Shape;4123;p110"/>
          <p:cNvCxnSpPr>
            <a:stCxn id="4119" idx="2"/>
            <a:endCxn id="4084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124" name="Google Shape;4124;p110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5" name="Google Shape;4125;p110"/>
          <p:cNvCxnSpPr>
            <a:stCxn id="4124" idx="3"/>
            <a:endCxn id="4119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6" name="Google Shape;4126;p110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7" name="Google Shape;4127;p110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8" name="Google Shape;4128;p110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9" name="Google Shape;4129;p110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0" name="Google Shape;4130;p110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1" name="Google Shape;4131;p110"/>
          <p:cNvSpPr txBox="1"/>
          <p:nvPr/>
        </p:nvSpPr>
        <p:spPr>
          <a:xfrm>
            <a:off x="799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35" name="Shape 4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Google Shape;4136;p11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Hadoop Cluster - </a:t>
            </a:r>
            <a:r>
              <a:rPr lang="pt-BR">
                <a:solidFill>
                  <a:srgbClr val="0E9453"/>
                </a:solidFill>
              </a:rPr>
              <a:t>Datanode (slave)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137" name="Google Shape;4137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138" name="Google Shape;4138;p11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139" name="Google Shape;4139;p111"/>
          <p:cNvCxnSpPr>
            <a:stCxn id="4138" idx="1"/>
            <a:endCxn id="4137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40" name="Google Shape;4140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41" name="Google Shape;4141;p111"/>
          <p:cNvCxnSpPr>
            <a:stCxn id="4138" idx="1"/>
            <a:endCxn id="4140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42" name="Google Shape;4142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43" name="Google Shape;4143;p111"/>
          <p:cNvCxnSpPr>
            <a:stCxn id="4138" idx="1"/>
            <a:endCxn id="4142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44" name="Google Shape;4144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45" name="Google Shape;4145;p111"/>
          <p:cNvCxnSpPr>
            <a:stCxn id="4138" idx="1"/>
            <a:endCxn id="4144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46" name="Google Shape;4146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147" name="Google Shape;4147;p11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148" name="Google Shape;4148;p111"/>
          <p:cNvCxnSpPr>
            <a:stCxn id="4147" idx="1"/>
            <a:endCxn id="4146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49" name="Google Shape;4149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0" name="Google Shape;4150;p111"/>
          <p:cNvCxnSpPr>
            <a:stCxn id="4147" idx="1"/>
            <a:endCxn id="4149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51" name="Google Shape;4151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2" name="Google Shape;4152;p111"/>
          <p:cNvCxnSpPr>
            <a:stCxn id="4147" idx="1"/>
            <a:endCxn id="4151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53" name="Google Shape;4153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4" name="Google Shape;4154;p111"/>
          <p:cNvCxnSpPr>
            <a:stCxn id="4147" idx="1"/>
            <a:endCxn id="4153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55" name="Google Shape;4155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156" name="Google Shape;4156;p11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157" name="Google Shape;4157;p111"/>
          <p:cNvCxnSpPr>
            <a:stCxn id="4156" idx="1"/>
            <a:endCxn id="4155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58" name="Google Shape;4158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9" name="Google Shape;4159;p111"/>
          <p:cNvCxnSpPr>
            <a:stCxn id="4156" idx="1"/>
            <a:endCxn id="4158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60" name="Google Shape;4160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1" name="Google Shape;4161;p111"/>
          <p:cNvCxnSpPr>
            <a:stCxn id="4156" idx="1"/>
            <a:endCxn id="4160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62" name="Google Shape;4162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3" name="Google Shape;4163;p111"/>
          <p:cNvCxnSpPr>
            <a:stCxn id="4156" idx="1"/>
            <a:endCxn id="4162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64" name="Google Shape;4164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165" name="Google Shape;4165;p11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166" name="Google Shape;4166;p111"/>
          <p:cNvCxnSpPr>
            <a:stCxn id="4165" idx="1"/>
            <a:endCxn id="4164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67" name="Google Shape;4167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8" name="Google Shape;4168;p111"/>
          <p:cNvCxnSpPr>
            <a:stCxn id="4165" idx="1"/>
            <a:endCxn id="4167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69" name="Google Shape;4169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0" name="Google Shape;4170;p111"/>
          <p:cNvCxnSpPr>
            <a:stCxn id="4165" idx="1"/>
            <a:endCxn id="4169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71" name="Google Shape;4171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2" name="Google Shape;4172;p111"/>
          <p:cNvCxnSpPr>
            <a:stCxn id="4165" idx="1"/>
            <a:endCxn id="4171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173" name="Google Shape;4173;p11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174" name="Google Shape;4174;p111"/>
          <p:cNvCxnSpPr>
            <a:stCxn id="4173" idx="2"/>
            <a:endCxn id="4147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5" name="Google Shape;4175;p111"/>
          <p:cNvCxnSpPr>
            <a:stCxn id="4165" idx="0"/>
            <a:endCxn id="4173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6" name="Google Shape;4176;p111"/>
          <p:cNvCxnSpPr>
            <a:stCxn id="4156" idx="0"/>
            <a:endCxn id="4173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7" name="Google Shape;4177;p111"/>
          <p:cNvCxnSpPr>
            <a:stCxn id="4173" idx="2"/>
            <a:endCxn id="4138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178" name="Google Shape;4178;p111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9" name="Google Shape;4179;p111"/>
          <p:cNvCxnSpPr>
            <a:stCxn id="4178" idx="3"/>
            <a:endCxn id="4173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0" name="Google Shape;4180;p111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1" name="Google Shape;4181;p111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2" name="Google Shape;4182;p111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3" name="Google Shape;4183;p111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4" name="Google Shape;4184;p111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5" name="Google Shape;4185;p111"/>
          <p:cNvSpPr txBox="1"/>
          <p:nvPr/>
        </p:nvSpPr>
        <p:spPr>
          <a:xfrm>
            <a:off x="799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6" name="Google Shape;4186;p111"/>
          <p:cNvSpPr txBox="1"/>
          <p:nvPr/>
        </p:nvSpPr>
        <p:spPr>
          <a:xfrm>
            <a:off x="799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7" name="Google Shape;4187;p111"/>
          <p:cNvSpPr txBox="1"/>
          <p:nvPr/>
        </p:nvSpPr>
        <p:spPr>
          <a:xfrm>
            <a:off x="799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8" name="Google Shape;4188;p111"/>
          <p:cNvSpPr txBox="1"/>
          <p:nvPr/>
        </p:nvSpPr>
        <p:spPr>
          <a:xfrm>
            <a:off x="2704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9" name="Google Shape;4189;p111"/>
          <p:cNvSpPr txBox="1"/>
          <p:nvPr/>
        </p:nvSpPr>
        <p:spPr>
          <a:xfrm>
            <a:off x="2704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0" name="Google Shape;4190;p111"/>
          <p:cNvSpPr txBox="1"/>
          <p:nvPr/>
        </p:nvSpPr>
        <p:spPr>
          <a:xfrm>
            <a:off x="2704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1" name="Google Shape;4191;p111"/>
          <p:cNvSpPr txBox="1"/>
          <p:nvPr/>
        </p:nvSpPr>
        <p:spPr>
          <a:xfrm>
            <a:off x="2704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2" name="Google Shape;4192;p111"/>
          <p:cNvSpPr txBox="1"/>
          <p:nvPr/>
        </p:nvSpPr>
        <p:spPr>
          <a:xfrm>
            <a:off x="4638625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3" name="Google Shape;4193;p111"/>
          <p:cNvSpPr txBox="1"/>
          <p:nvPr/>
        </p:nvSpPr>
        <p:spPr>
          <a:xfrm>
            <a:off x="4638625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4" name="Google Shape;4194;p111"/>
          <p:cNvSpPr txBox="1"/>
          <p:nvPr/>
        </p:nvSpPr>
        <p:spPr>
          <a:xfrm>
            <a:off x="4638625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5" name="Google Shape;4195;p111"/>
          <p:cNvSpPr txBox="1"/>
          <p:nvPr/>
        </p:nvSpPr>
        <p:spPr>
          <a:xfrm>
            <a:off x="4638625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6" name="Google Shape;4196;p111"/>
          <p:cNvSpPr txBox="1"/>
          <p:nvPr/>
        </p:nvSpPr>
        <p:spPr>
          <a:xfrm>
            <a:off x="6634362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7" name="Google Shape;4197;p111"/>
          <p:cNvSpPr txBox="1"/>
          <p:nvPr/>
        </p:nvSpPr>
        <p:spPr>
          <a:xfrm>
            <a:off x="6634362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8" name="Google Shape;4198;p111"/>
          <p:cNvSpPr txBox="1"/>
          <p:nvPr/>
        </p:nvSpPr>
        <p:spPr>
          <a:xfrm>
            <a:off x="6634362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9" name="Google Shape;4199;p111"/>
          <p:cNvSpPr txBox="1"/>
          <p:nvPr/>
        </p:nvSpPr>
        <p:spPr>
          <a:xfrm>
            <a:off x="6634362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03" name="Shape 4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4" name="Google Shape;4204;p11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Cluster - </a:t>
            </a:r>
            <a:r>
              <a:rPr lang="pt-BR">
                <a:solidFill>
                  <a:srgbClr val="000000"/>
                </a:solidFill>
              </a:rPr>
              <a:t>Nodes</a:t>
            </a:r>
            <a:r>
              <a:rPr lang="pt-BR">
                <a:solidFill>
                  <a:srgbClr val="000000"/>
                </a:solidFill>
              </a:rPr>
              <a:t> básicos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05" name="Google Shape;4205;p112"/>
          <p:cNvSpPr txBox="1"/>
          <p:nvPr>
            <p:ph idx="1" type="body"/>
          </p:nvPr>
        </p:nvSpPr>
        <p:spPr>
          <a:xfrm>
            <a:off x="-50" y="706400"/>
            <a:ext cx="91440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pt-BR" sz="1700">
                <a:solidFill>
                  <a:srgbClr val="FF0000"/>
                </a:solidFill>
              </a:rPr>
              <a:t>Namenode</a:t>
            </a:r>
            <a:r>
              <a:rPr lang="pt-BR" sz="1700"/>
              <a:t>: Responsável pela </a:t>
            </a:r>
            <a:r>
              <a:rPr lang="pt-BR" sz="1700"/>
              <a:t>gerência</a:t>
            </a:r>
            <a:r>
              <a:rPr lang="pt-BR" sz="1700"/>
              <a:t> do sistema de arquivos (master)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pt-BR" sz="1700">
                <a:solidFill>
                  <a:srgbClr val="0E9453"/>
                </a:solidFill>
              </a:rPr>
              <a:t>Datanode</a:t>
            </a:r>
            <a:r>
              <a:rPr lang="pt-BR" sz="1700"/>
              <a:t>: Armazena “</a:t>
            </a:r>
            <a:r>
              <a:rPr lang="pt-BR" sz="1700"/>
              <a:t>pedaços” de arquivos</a:t>
            </a:r>
            <a:r>
              <a:rPr lang="pt-BR" sz="1700"/>
              <a:t> e oferta sua capacidade de processamento (slave)</a:t>
            </a:r>
            <a:endParaRPr sz="1700"/>
          </a:p>
        </p:txBody>
      </p:sp>
      <p:pic>
        <p:nvPicPr>
          <p:cNvPr id="4206" name="Google Shape;4206;p112"/>
          <p:cNvPicPr preferRelativeResize="0"/>
          <p:nvPr/>
        </p:nvPicPr>
        <p:blipFill rotWithShape="1">
          <a:blip r:embed="rId3">
            <a:alphaModFix/>
          </a:blip>
          <a:srcRect b="20254" l="4279" r="9267" t="12721"/>
          <a:stretch/>
        </p:blipFill>
        <p:spPr>
          <a:xfrm>
            <a:off x="2416662" y="2071575"/>
            <a:ext cx="5004662" cy="21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4207" name="Google Shape;4207;p112"/>
          <p:cNvSpPr/>
          <p:nvPr/>
        </p:nvSpPr>
        <p:spPr>
          <a:xfrm>
            <a:off x="2458436" y="2432997"/>
            <a:ext cx="1020600" cy="122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08" name="Google Shape;4208;p112"/>
          <p:cNvPicPr preferRelativeResize="0"/>
          <p:nvPr/>
        </p:nvPicPr>
        <p:blipFill rotWithShape="1">
          <a:blip r:embed="rId4">
            <a:alphaModFix/>
          </a:blip>
          <a:srcRect b="42696" l="3911" r="77795" t="33034"/>
          <a:stretch/>
        </p:blipFill>
        <p:spPr>
          <a:xfrm>
            <a:off x="814100" y="2612133"/>
            <a:ext cx="1441320" cy="1050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9" name="Google Shape;4209;p112"/>
          <p:cNvPicPr preferRelativeResize="0"/>
          <p:nvPr/>
        </p:nvPicPr>
        <p:blipFill rotWithShape="1">
          <a:blip r:embed="rId3">
            <a:alphaModFix/>
          </a:blip>
          <a:srcRect b="37251" l="5673" r="76954" t="24636"/>
          <a:stretch/>
        </p:blipFill>
        <p:spPr>
          <a:xfrm>
            <a:off x="2727014" y="2758471"/>
            <a:ext cx="483461" cy="582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0" name="Google Shape;4210;p112"/>
          <p:cNvPicPr preferRelativeResize="0"/>
          <p:nvPr/>
        </p:nvPicPr>
        <p:blipFill rotWithShape="1">
          <a:blip r:embed="rId3">
            <a:alphaModFix/>
          </a:blip>
          <a:srcRect b="10471" l="8510" r="81591" t="62950"/>
          <a:stretch/>
        </p:blipFill>
        <p:spPr>
          <a:xfrm>
            <a:off x="2682237" y="3341132"/>
            <a:ext cx="572986" cy="845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doop hdfs" id="4211" name="Google Shape;4211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1063" y="3482250"/>
            <a:ext cx="993226" cy="457737"/>
          </a:xfrm>
          <a:prstGeom prst="rect">
            <a:avLst/>
          </a:prstGeom>
          <a:noFill/>
          <a:ln>
            <a:noFill/>
          </a:ln>
        </p:spPr>
      </p:pic>
      <p:sp>
        <p:nvSpPr>
          <p:cNvPr id="4212" name="Google Shape;4212;p112"/>
          <p:cNvSpPr/>
          <p:nvPr/>
        </p:nvSpPr>
        <p:spPr>
          <a:xfrm>
            <a:off x="5176775" y="2111550"/>
            <a:ext cx="2847900" cy="2202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3" name="Google Shape;4213;p112"/>
          <p:cNvSpPr/>
          <p:nvPr/>
        </p:nvSpPr>
        <p:spPr>
          <a:xfrm>
            <a:off x="7036075" y="2427869"/>
            <a:ext cx="483300" cy="86100"/>
          </a:xfrm>
          <a:prstGeom prst="rect">
            <a:avLst/>
          </a:prstGeom>
          <a:noFill/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4" name="Google Shape;4214;p112"/>
          <p:cNvSpPr/>
          <p:nvPr/>
        </p:nvSpPr>
        <p:spPr>
          <a:xfrm>
            <a:off x="7036075" y="2562218"/>
            <a:ext cx="483300" cy="86100"/>
          </a:xfrm>
          <a:prstGeom prst="rect">
            <a:avLst/>
          </a:prstGeom>
          <a:noFill/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5" name="Google Shape;4215;p112"/>
          <p:cNvSpPr/>
          <p:nvPr/>
        </p:nvSpPr>
        <p:spPr>
          <a:xfrm>
            <a:off x="7036075" y="2790818"/>
            <a:ext cx="483300" cy="86100"/>
          </a:xfrm>
          <a:prstGeom prst="rect">
            <a:avLst/>
          </a:prstGeom>
          <a:noFill/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6" name="Google Shape;4216;p112"/>
          <p:cNvSpPr/>
          <p:nvPr/>
        </p:nvSpPr>
        <p:spPr>
          <a:xfrm>
            <a:off x="7043344" y="2928681"/>
            <a:ext cx="483300" cy="86100"/>
          </a:xfrm>
          <a:prstGeom prst="rect">
            <a:avLst/>
          </a:prstGeom>
          <a:noFill/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7" name="Google Shape;4217;p112"/>
          <p:cNvSpPr/>
          <p:nvPr/>
        </p:nvSpPr>
        <p:spPr>
          <a:xfrm>
            <a:off x="7043344" y="3716000"/>
            <a:ext cx="483300" cy="86100"/>
          </a:xfrm>
          <a:prstGeom prst="rect">
            <a:avLst/>
          </a:prstGeom>
          <a:noFill/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8" name="Google Shape;4218;p112"/>
          <p:cNvSpPr/>
          <p:nvPr/>
        </p:nvSpPr>
        <p:spPr>
          <a:xfrm>
            <a:off x="7043344" y="3853863"/>
            <a:ext cx="483300" cy="86100"/>
          </a:xfrm>
          <a:prstGeom prst="rect">
            <a:avLst/>
          </a:prstGeom>
          <a:noFill/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22" name="Shape 4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3" name="Google Shape;4223;p11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Cluster - Exemplo HDFS 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224" name="Google Shape;4224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225" name="Google Shape;4225;p11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226" name="Google Shape;4226;p113"/>
          <p:cNvCxnSpPr>
            <a:stCxn id="4225" idx="1"/>
            <a:endCxn id="4224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27" name="Google Shape;4227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8" name="Google Shape;4228;p113"/>
          <p:cNvCxnSpPr>
            <a:stCxn id="4225" idx="1"/>
            <a:endCxn id="4227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29" name="Google Shape;4229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0" name="Google Shape;4230;p113"/>
          <p:cNvCxnSpPr>
            <a:stCxn id="4225" idx="1"/>
            <a:endCxn id="4229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31" name="Google Shape;4231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2" name="Google Shape;4232;p113"/>
          <p:cNvCxnSpPr>
            <a:stCxn id="4225" idx="1"/>
            <a:endCxn id="4231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33" name="Google Shape;4233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234" name="Google Shape;4234;p11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235" name="Google Shape;4235;p113"/>
          <p:cNvCxnSpPr>
            <a:stCxn id="4234" idx="1"/>
            <a:endCxn id="4233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36" name="Google Shape;4236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7" name="Google Shape;4237;p113"/>
          <p:cNvCxnSpPr>
            <a:stCxn id="4234" idx="1"/>
            <a:endCxn id="4236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38" name="Google Shape;4238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9" name="Google Shape;4239;p113"/>
          <p:cNvCxnSpPr>
            <a:stCxn id="4234" idx="1"/>
            <a:endCxn id="4238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40" name="Google Shape;4240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41" name="Google Shape;4241;p113"/>
          <p:cNvCxnSpPr>
            <a:stCxn id="4234" idx="1"/>
            <a:endCxn id="4240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42" name="Google Shape;4242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243" name="Google Shape;4243;p11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244" name="Google Shape;4244;p113"/>
          <p:cNvCxnSpPr>
            <a:stCxn id="4243" idx="1"/>
            <a:endCxn id="4242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45" name="Google Shape;4245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46" name="Google Shape;4246;p113"/>
          <p:cNvCxnSpPr>
            <a:stCxn id="4243" idx="1"/>
            <a:endCxn id="4245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47" name="Google Shape;4247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48" name="Google Shape;4248;p113"/>
          <p:cNvCxnSpPr>
            <a:stCxn id="4243" idx="1"/>
            <a:endCxn id="4247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49" name="Google Shape;4249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0" name="Google Shape;4250;p113"/>
          <p:cNvCxnSpPr>
            <a:stCxn id="4243" idx="1"/>
            <a:endCxn id="4249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51" name="Google Shape;4251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252" name="Google Shape;4252;p11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253" name="Google Shape;4253;p113"/>
          <p:cNvCxnSpPr>
            <a:stCxn id="4252" idx="1"/>
            <a:endCxn id="4251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54" name="Google Shape;4254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5" name="Google Shape;4255;p113"/>
          <p:cNvCxnSpPr>
            <a:stCxn id="4252" idx="1"/>
            <a:endCxn id="4254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56" name="Google Shape;4256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7" name="Google Shape;4257;p113"/>
          <p:cNvCxnSpPr>
            <a:stCxn id="4252" idx="1"/>
            <a:endCxn id="4256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58" name="Google Shape;4258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9" name="Google Shape;4259;p113"/>
          <p:cNvCxnSpPr>
            <a:stCxn id="4252" idx="1"/>
            <a:endCxn id="4258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260" name="Google Shape;4260;p11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261" name="Google Shape;4261;p113"/>
          <p:cNvCxnSpPr>
            <a:stCxn id="4260" idx="2"/>
            <a:endCxn id="4234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2" name="Google Shape;4262;p113"/>
          <p:cNvCxnSpPr>
            <a:stCxn id="4252" idx="0"/>
            <a:endCxn id="4260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3" name="Google Shape;4263;p113"/>
          <p:cNvCxnSpPr>
            <a:stCxn id="4243" idx="0"/>
            <a:endCxn id="4260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4" name="Google Shape;4264;p113"/>
          <p:cNvCxnSpPr>
            <a:stCxn id="4260" idx="2"/>
            <a:endCxn id="4225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265" name="Google Shape;4265;p113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66" name="Google Shape;4266;p113"/>
          <p:cNvCxnSpPr>
            <a:stCxn id="4265" idx="3"/>
            <a:endCxn id="4260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7" name="Google Shape;4267;p113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8" name="Google Shape;4268;p113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9" name="Google Shape;4269;p113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0" name="Google Shape;4270;p113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1" name="Google Shape;4271;p113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2" name="Google Shape;4272;p113"/>
          <p:cNvSpPr txBox="1"/>
          <p:nvPr/>
        </p:nvSpPr>
        <p:spPr>
          <a:xfrm>
            <a:off x="799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3" name="Google Shape;4273;p113"/>
          <p:cNvSpPr txBox="1"/>
          <p:nvPr/>
        </p:nvSpPr>
        <p:spPr>
          <a:xfrm>
            <a:off x="799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4" name="Google Shape;4274;p113"/>
          <p:cNvSpPr txBox="1"/>
          <p:nvPr/>
        </p:nvSpPr>
        <p:spPr>
          <a:xfrm>
            <a:off x="799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5" name="Google Shape;4275;p113"/>
          <p:cNvSpPr txBox="1"/>
          <p:nvPr/>
        </p:nvSpPr>
        <p:spPr>
          <a:xfrm>
            <a:off x="2704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6" name="Google Shape;4276;p113"/>
          <p:cNvSpPr txBox="1"/>
          <p:nvPr/>
        </p:nvSpPr>
        <p:spPr>
          <a:xfrm>
            <a:off x="2704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7" name="Google Shape;4277;p113"/>
          <p:cNvSpPr txBox="1"/>
          <p:nvPr/>
        </p:nvSpPr>
        <p:spPr>
          <a:xfrm>
            <a:off x="2704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8" name="Google Shape;4278;p113"/>
          <p:cNvSpPr txBox="1"/>
          <p:nvPr/>
        </p:nvSpPr>
        <p:spPr>
          <a:xfrm>
            <a:off x="2704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9" name="Google Shape;4279;p113"/>
          <p:cNvSpPr txBox="1"/>
          <p:nvPr/>
        </p:nvSpPr>
        <p:spPr>
          <a:xfrm>
            <a:off x="4638625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0" name="Google Shape;4280;p113"/>
          <p:cNvSpPr txBox="1"/>
          <p:nvPr/>
        </p:nvSpPr>
        <p:spPr>
          <a:xfrm>
            <a:off x="4638625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1" name="Google Shape;4281;p113"/>
          <p:cNvSpPr txBox="1"/>
          <p:nvPr/>
        </p:nvSpPr>
        <p:spPr>
          <a:xfrm>
            <a:off x="4638625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2" name="Google Shape;4282;p113"/>
          <p:cNvSpPr txBox="1"/>
          <p:nvPr/>
        </p:nvSpPr>
        <p:spPr>
          <a:xfrm>
            <a:off x="4638625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3" name="Google Shape;4283;p113"/>
          <p:cNvSpPr txBox="1"/>
          <p:nvPr/>
        </p:nvSpPr>
        <p:spPr>
          <a:xfrm>
            <a:off x="6634362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4" name="Google Shape;4284;p113"/>
          <p:cNvSpPr txBox="1"/>
          <p:nvPr/>
        </p:nvSpPr>
        <p:spPr>
          <a:xfrm>
            <a:off x="6634362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5" name="Google Shape;4285;p113"/>
          <p:cNvSpPr txBox="1"/>
          <p:nvPr/>
        </p:nvSpPr>
        <p:spPr>
          <a:xfrm>
            <a:off x="6634362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6" name="Google Shape;4286;p113"/>
          <p:cNvSpPr txBox="1"/>
          <p:nvPr/>
        </p:nvSpPr>
        <p:spPr>
          <a:xfrm>
            <a:off x="6634362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90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1" name="Google Shape;4291;p11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armazenamento de um grande arquivo</a:t>
            </a:r>
            <a:endParaRPr/>
          </a:p>
        </p:txBody>
      </p:sp>
      <p:sp>
        <p:nvSpPr>
          <p:cNvPr id="4292" name="Google Shape;4292;p114"/>
          <p:cNvSpPr txBox="1"/>
          <p:nvPr/>
        </p:nvSpPr>
        <p:spPr>
          <a:xfrm>
            <a:off x="350338" y="14374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Hadoop Client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3" name="Google Shape;4293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073" y="4260757"/>
            <a:ext cx="501262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4" name="Google Shape;4294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198" y="4257149"/>
            <a:ext cx="501262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5" name="Google Shape;4295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635" y="4257566"/>
            <a:ext cx="501262" cy="6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296" name="Google Shape;4296;p114"/>
          <p:cNvSpPr txBox="1"/>
          <p:nvPr/>
        </p:nvSpPr>
        <p:spPr>
          <a:xfrm>
            <a:off x="1152057" y="4225537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1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7" name="Google Shape;4297;p114"/>
          <p:cNvSpPr txBox="1"/>
          <p:nvPr/>
        </p:nvSpPr>
        <p:spPr>
          <a:xfrm>
            <a:off x="4751181" y="4225525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3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8" name="Google Shape;4298;p114"/>
          <p:cNvSpPr txBox="1"/>
          <p:nvPr/>
        </p:nvSpPr>
        <p:spPr>
          <a:xfrm>
            <a:off x="2951619" y="4225538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2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9" name="Google Shape;4299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3760" y="4257149"/>
            <a:ext cx="501262" cy="6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300" name="Google Shape;4300;p114"/>
          <p:cNvSpPr txBox="1"/>
          <p:nvPr/>
        </p:nvSpPr>
        <p:spPr>
          <a:xfrm>
            <a:off x="6550743" y="4225525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4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1" name="Google Shape;4301;p114"/>
          <p:cNvCxnSpPr>
            <a:stCxn id="4302" idx="3"/>
            <a:endCxn id="4303" idx="1"/>
          </p:cNvCxnSpPr>
          <p:nvPr/>
        </p:nvCxnSpPr>
        <p:spPr>
          <a:xfrm>
            <a:off x="1657248" y="1795650"/>
            <a:ext cx="5487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04" name="Google Shape;4304;p114"/>
          <p:cNvSpPr txBox="1"/>
          <p:nvPr/>
        </p:nvSpPr>
        <p:spPr>
          <a:xfrm>
            <a:off x="1657279" y="1434600"/>
            <a:ext cx="5487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criar_arquivo(‘/user/meudataset.csv’)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5" name="Google Shape;4305;p114"/>
          <p:cNvSpPr txBox="1"/>
          <p:nvPr/>
        </p:nvSpPr>
        <p:spPr>
          <a:xfrm>
            <a:off x="6956125" y="2455250"/>
            <a:ext cx="18762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faz várias verificações (permissões, etc.) no seu </a:t>
            </a:r>
            <a:r>
              <a:rPr b="1" lang="pt-BR" sz="1000" u="sng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InMemoryFS</a:t>
            </a:r>
            <a:r>
              <a:rPr b="1" lang="pt-BR" sz="10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 Image</a:t>
            </a:r>
            <a:endParaRPr b="1" sz="10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(cópia em memória do FS inteiro)</a:t>
            </a:r>
            <a:endParaRPr b="1" sz="10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6" name="Google Shape;4306;p114"/>
          <p:cNvPicPr preferRelativeResize="0"/>
          <p:nvPr/>
        </p:nvPicPr>
        <p:blipFill rotWithShape="1">
          <a:blip r:embed="rId4">
            <a:alphaModFix/>
          </a:blip>
          <a:srcRect b="20254" l="52561" r="9267" t="12721"/>
          <a:stretch/>
        </p:blipFill>
        <p:spPr>
          <a:xfrm>
            <a:off x="7427425" y="556000"/>
            <a:ext cx="838301" cy="8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7" name="Google Shape;4307;p114"/>
          <p:cNvSpPr/>
          <p:nvPr/>
        </p:nvSpPr>
        <p:spPr>
          <a:xfrm>
            <a:off x="7901050" y="1112100"/>
            <a:ext cx="625200" cy="25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08" name="Google Shape;4308;p114"/>
          <p:cNvCxnSpPr/>
          <p:nvPr/>
        </p:nvCxnSpPr>
        <p:spPr>
          <a:xfrm>
            <a:off x="1657248" y="1948050"/>
            <a:ext cx="5487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09" name="Google Shape;4309;p114"/>
          <p:cNvSpPr txBox="1"/>
          <p:nvPr/>
        </p:nvSpPr>
        <p:spPr>
          <a:xfrm>
            <a:off x="1657279" y="1891800"/>
            <a:ext cx="5487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0" name="Google Shape;4310;p114"/>
          <p:cNvSpPr txBox="1"/>
          <p:nvPr/>
        </p:nvSpPr>
        <p:spPr>
          <a:xfrm>
            <a:off x="2863849" y="2532350"/>
            <a:ext cx="29946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Ok! Hora de começar a enviar o mega arquivo!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1" name="Google Shape;4311;p114"/>
          <p:cNvSpPr/>
          <p:nvPr/>
        </p:nvSpPr>
        <p:spPr>
          <a:xfrm>
            <a:off x="7901050" y="1112100"/>
            <a:ext cx="625200" cy="25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2" name="Google Shape;4312;p114"/>
          <p:cNvGrpSpPr/>
          <p:nvPr/>
        </p:nvGrpSpPr>
        <p:grpSpPr>
          <a:xfrm>
            <a:off x="7145175" y="1739400"/>
            <a:ext cx="1402800" cy="722100"/>
            <a:chOff x="3169200" y="1894650"/>
            <a:chExt cx="1402800" cy="722100"/>
          </a:xfrm>
        </p:grpSpPr>
        <p:pic>
          <p:nvPicPr>
            <p:cNvPr id="4313" name="Google Shape;4313;p1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79214" y="1933479"/>
              <a:ext cx="487943" cy="647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4" name="Google Shape;4314;p114"/>
            <p:cNvSpPr txBox="1"/>
            <p:nvPr/>
          </p:nvSpPr>
          <p:spPr>
            <a:xfrm>
              <a:off x="3169200" y="1894650"/>
              <a:ext cx="1402800" cy="7221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3600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Namenode </a:t>
              </a:r>
              <a:endParaRPr b="1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15" name="Google Shape;4315;p114"/>
          <p:cNvPicPr preferRelativeResize="0"/>
          <p:nvPr/>
        </p:nvPicPr>
        <p:blipFill rotWithShape="1">
          <a:blip r:embed="rId6">
            <a:alphaModFix/>
          </a:blip>
          <a:srcRect b="42696" l="3910" r="84096" t="33034"/>
          <a:stretch/>
        </p:blipFill>
        <p:spPr>
          <a:xfrm>
            <a:off x="712325" y="1727650"/>
            <a:ext cx="944923" cy="10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19" name="Shape 4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0" name="Google Shape;4320;p11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armazenamento de um grande arquivo</a:t>
            </a:r>
            <a:endParaRPr/>
          </a:p>
        </p:txBody>
      </p:sp>
      <p:pic>
        <p:nvPicPr>
          <p:cNvPr id="4321" name="Google Shape;4321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073" y="4260757"/>
            <a:ext cx="501262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2" name="Google Shape;4322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198" y="4257149"/>
            <a:ext cx="501262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3" name="Google Shape;4323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635" y="4257566"/>
            <a:ext cx="501262" cy="6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324" name="Google Shape;4324;p115"/>
          <p:cNvSpPr txBox="1"/>
          <p:nvPr/>
        </p:nvSpPr>
        <p:spPr>
          <a:xfrm>
            <a:off x="1152057" y="4225537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1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5" name="Google Shape;4325;p115"/>
          <p:cNvSpPr txBox="1"/>
          <p:nvPr/>
        </p:nvSpPr>
        <p:spPr>
          <a:xfrm>
            <a:off x="4751181" y="4225525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3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6" name="Google Shape;4326;p115"/>
          <p:cNvSpPr txBox="1"/>
          <p:nvPr/>
        </p:nvSpPr>
        <p:spPr>
          <a:xfrm>
            <a:off x="2951619" y="4225538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2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7" name="Google Shape;4327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3760" y="4257149"/>
            <a:ext cx="501262" cy="6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328" name="Google Shape;4328;p115"/>
          <p:cNvSpPr txBox="1"/>
          <p:nvPr/>
        </p:nvSpPr>
        <p:spPr>
          <a:xfrm>
            <a:off x="6550743" y="4225525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4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9" name="Google Shape;4329;p115"/>
          <p:cNvCxnSpPr>
            <a:stCxn id="4330" idx="3"/>
            <a:endCxn id="4331" idx="1"/>
          </p:cNvCxnSpPr>
          <p:nvPr/>
        </p:nvCxnSpPr>
        <p:spPr>
          <a:xfrm>
            <a:off x="1657248" y="1795650"/>
            <a:ext cx="5487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32" name="Google Shape;4332;p115"/>
          <p:cNvSpPr txBox="1"/>
          <p:nvPr/>
        </p:nvSpPr>
        <p:spPr>
          <a:xfrm>
            <a:off x="1657279" y="1434600"/>
            <a:ext cx="5487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criar_arquivo(‘/user/meudataset.csv’)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3" name="Google Shape;4333;p115"/>
          <p:cNvCxnSpPr/>
          <p:nvPr/>
        </p:nvCxnSpPr>
        <p:spPr>
          <a:xfrm>
            <a:off x="1657248" y="1948050"/>
            <a:ext cx="5487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34" name="Google Shape;4334;p115"/>
          <p:cNvSpPr txBox="1"/>
          <p:nvPr/>
        </p:nvSpPr>
        <p:spPr>
          <a:xfrm>
            <a:off x="1657279" y="1891800"/>
            <a:ext cx="5487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5" name="Google Shape;4335;p115"/>
          <p:cNvCxnSpPr/>
          <p:nvPr/>
        </p:nvCxnSpPr>
        <p:spPr>
          <a:xfrm>
            <a:off x="1657248" y="2176650"/>
            <a:ext cx="486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36" name="Google Shape;4336;p115"/>
          <p:cNvSpPr/>
          <p:nvPr/>
        </p:nvSpPr>
        <p:spPr>
          <a:xfrm>
            <a:off x="2169825" y="2115412"/>
            <a:ext cx="1791600" cy="31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7" name="Google Shape;4337;p115"/>
          <p:cNvSpPr txBox="1"/>
          <p:nvPr/>
        </p:nvSpPr>
        <p:spPr>
          <a:xfrm>
            <a:off x="2169825" y="2426612"/>
            <a:ext cx="17916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FSDataOutputStream</a:t>
            </a:r>
            <a:endParaRPr b="1" sz="11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8" name="Google Shape;4338;p115"/>
          <p:cNvSpPr/>
          <p:nvPr/>
        </p:nvSpPr>
        <p:spPr>
          <a:xfrm>
            <a:off x="2215958" y="2160062"/>
            <a:ext cx="591000" cy="2163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</a:rPr>
              <a:t>128 MB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4339" name="Google Shape;4339;p115"/>
          <p:cNvSpPr txBox="1"/>
          <p:nvPr/>
        </p:nvSpPr>
        <p:spPr>
          <a:xfrm>
            <a:off x="880400" y="3113325"/>
            <a:ext cx="14412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HDFS Data Block</a:t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0" name="Google Shape;4340;p115"/>
          <p:cNvCxnSpPr>
            <a:stCxn id="4339" idx="0"/>
            <a:endCxn id="4338" idx="1"/>
          </p:cNvCxnSpPr>
          <p:nvPr/>
        </p:nvCxnSpPr>
        <p:spPr>
          <a:xfrm flipH="1" rot="10800000">
            <a:off x="1601000" y="2268225"/>
            <a:ext cx="615000" cy="84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41" name="Google Shape;4341;p115"/>
          <p:cNvSpPr txBox="1"/>
          <p:nvPr/>
        </p:nvSpPr>
        <p:spPr>
          <a:xfrm>
            <a:off x="350338" y="14374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Hadoop Client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2" name="Google Shape;4342;p115"/>
          <p:cNvSpPr txBox="1"/>
          <p:nvPr/>
        </p:nvSpPr>
        <p:spPr>
          <a:xfrm>
            <a:off x="6956125" y="2455250"/>
            <a:ext cx="18762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Namenode não guarda dados, mas mantém estado dos datanodes (disco). Decide qual datanode vai armazenar o bloco</a:t>
            </a:r>
            <a:endParaRPr b="1" sz="10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43" name="Google Shape;4343;p115"/>
          <p:cNvGrpSpPr/>
          <p:nvPr/>
        </p:nvGrpSpPr>
        <p:grpSpPr>
          <a:xfrm>
            <a:off x="7145175" y="1739400"/>
            <a:ext cx="1402800" cy="722100"/>
            <a:chOff x="3169200" y="1894650"/>
            <a:chExt cx="1402800" cy="722100"/>
          </a:xfrm>
        </p:grpSpPr>
        <p:pic>
          <p:nvPicPr>
            <p:cNvPr id="4344" name="Google Shape;4344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79214" y="1933479"/>
              <a:ext cx="487943" cy="647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5" name="Google Shape;4345;p115"/>
            <p:cNvSpPr txBox="1"/>
            <p:nvPr/>
          </p:nvSpPr>
          <p:spPr>
            <a:xfrm>
              <a:off x="3169200" y="1894650"/>
              <a:ext cx="1402800" cy="7221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3600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Namenode </a:t>
              </a:r>
              <a:endParaRPr b="1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46" name="Google Shape;4346;p115"/>
          <p:cNvPicPr preferRelativeResize="0"/>
          <p:nvPr/>
        </p:nvPicPr>
        <p:blipFill rotWithShape="1">
          <a:blip r:embed="rId5">
            <a:alphaModFix/>
          </a:blip>
          <a:srcRect b="42696" l="3910" r="84096" t="33034"/>
          <a:stretch/>
        </p:blipFill>
        <p:spPr>
          <a:xfrm>
            <a:off x="712325" y="1727650"/>
            <a:ext cx="944923" cy="10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47" name="Google Shape;4347;p115"/>
          <p:cNvCxnSpPr/>
          <p:nvPr/>
        </p:nvCxnSpPr>
        <p:spPr>
          <a:xfrm>
            <a:off x="3961423" y="2182200"/>
            <a:ext cx="3147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4348" name="Google Shape;4348;p115"/>
          <p:cNvCxnSpPr/>
          <p:nvPr/>
        </p:nvCxnSpPr>
        <p:spPr>
          <a:xfrm>
            <a:off x="3961423" y="2410800"/>
            <a:ext cx="3147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49" name="Google Shape;4349;p115"/>
          <p:cNvSpPr txBox="1"/>
          <p:nvPr/>
        </p:nvSpPr>
        <p:spPr>
          <a:xfrm>
            <a:off x="4615200" y="2228100"/>
            <a:ext cx="1876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block_allocation_request()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0" name="Google Shape;4350;p115"/>
          <p:cNvSpPr txBox="1"/>
          <p:nvPr/>
        </p:nvSpPr>
        <p:spPr>
          <a:xfrm>
            <a:off x="4615200" y="2456700"/>
            <a:ext cx="1876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datanode3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1" name="Google Shape;4351;p115"/>
          <p:cNvCxnSpPr>
            <a:stCxn id="4325" idx="0"/>
            <a:endCxn id="4337" idx="2"/>
          </p:cNvCxnSpPr>
          <p:nvPr/>
        </p:nvCxnSpPr>
        <p:spPr>
          <a:xfrm rot="10800000">
            <a:off x="3065481" y="2643025"/>
            <a:ext cx="2406300" cy="158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52" name="Google Shape;4352;p115"/>
          <p:cNvSpPr/>
          <p:nvPr/>
        </p:nvSpPr>
        <p:spPr>
          <a:xfrm>
            <a:off x="4927925" y="4421575"/>
            <a:ext cx="373800" cy="1368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rgbClr val="FFFFFF"/>
                </a:solidFill>
              </a:rPr>
              <a:t>block x</a:t>
            </a:r>
            <a:endParaRPr b="1" sz="5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56" name="Shape 4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7" name="Google Shape;4357;p11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armazenamento de um grande arquivo</a:t>
            </a:r>
            <a:endParaRPr/>
          </a:p>
        </p:txBody>
      </p:sp>
      <p:pic>
        <p:nvPicPr>
          <p:cNvPr id="4358" name="Google Shape;4358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073" y="4260757"/>
            <a:ext cx="501262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9" name="Google Shape;4359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198" y="4257149"/>
            <a:ext cx="501262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0" name="Google Shape;4360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635" y="4257566"/>
            <a:ext cx="501262" cy="6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361" name="Google Shape;4361;p116"/>
          <p:cNvSpPr txBox="1"/>
          <p:nvPr/>
        </p:nvSpPr>
        <p:spPr>
          <a:xfrm>
            <a:off x="1152057" y="4225537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1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2" name="Google Shape;4362;p116"/>
          <p:cNvSpPr txBox="1"/>
          <p:nvPr/>
        </p:nvSpPr>
        <p:spPr>
          <a:xfrm>
            <a:off x="4751181" y="4225525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3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3" name="Google Shape;4363;p116"/>
          <p:cNvSpPr txBox="1"/>
          <p:nvPr/>
        </p:nvSpPr>
        <p:spPr>
          <a:xfrm>
            <a:off x="2951619" y="4225538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2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4" name="Google Shape;4364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3760" y="4257149"/>
            <a:ext cx="501262" cy="6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365" name="Google Shape;4365;p116"/>
          <p:cNvSpPr txBox="1"/>
          <p:nvPr/>
        </p:nvSpPr>
        <p:spPr>
          <a:xfrm>
            <a:off x="6550743" y="4225525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4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6" name="Google Shape;4366;p116"/>
          <p:cNvCxnSpPr>
            <a:stCxn id="4367" idx="3"/>
            <a:endCxn id="4368" idx="1"/>
          </p:cNvCxnSpPr>
          <p:nvPr/>
        </p:nvCxnSpPr>
        <p:spPr>
          <a:xfrm>
            <a:off x="1657248" y="1795650"/>
            <a:ext cx="5487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69" name="Google Shape;4369;p116"/>
          <p:cNvSpPr txBox="1"/>
          <p:nvPr/>
        </p:nvSpPr>
        <p:spPr>
          <a:xfrm>
            <a:off x="1657279" y="1434600"/>
            <a:ext cx="5487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criar_arquivo(‘/user/meudataset.csv’)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0" name="Google Shape;4370;p116"/>
          <p:cNvCxnSpPr/>
          <p:nvPr/>
        </p:nvCxnSpPr>
        <p:spPr>
          <a:xfrm>
            <a:off x="1657248" y="1948050"/>
            <a:ext cx="5487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71" name="Google Shape;4371;p116"/>
          <p:cNvSpPr txBox="1"/>
          <p:nvPr/>
        </p:nvSpPr>
        <p:spPr>
          <a:xfrm>
            <a:off x="1657279" y="1891800"/>
            <a:ext cx="5487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2" name="Google Shape;4372;p116"/>
          <p:cNvCxnSpPr/>
          <p:nvPr/>
        </p:nvCxnSpPr>
        <p:spPr>
          <a:xfrm>
            <a:off x="1657248" y="2176650"/>
            <a:ext cx="486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73" name="Google Shape;4373;p116"/>
          <p:cNvSpPr/>
          <p:nvPr/>
        </p:nvSpPr>
        <p:spPr>
          <a:xfrm>
            <a:off x="2169825" y="2115412"/>
            <a:ext cx="1791600" cy="31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4" name="Google Shape;4374;p116"/>
          <p:cNvSpPr txBox="1"/>
          <p:nvPr/>
        </p:nvSpPr>
        <p:spPr>
          <a:xfrm>
            <a:off x="2169825" y="2426612"/>
            <a:ext cx="17916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FSDataOutputStream</a:t>
            </a:r>
            <a:endParaRPr b="1" sz="11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5" name="Google Shape;4375;p116"/>
          <p:cNvSpPr txBox="1"/>
          <p:nvPr/>
        </p:nvSpPr>
        <p:spPr>
          <a:xfrm>
            <a:off x="880400" y="3113325"/>
            <a:ext cx="14412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HDFS Data Block</a:t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6" name="Google Shape;4376;p116"/>
          <p:cNvCxnSpPr>
            <a:stCxn id="4375" idx="0"/>
            <a:endCxn id="4377" idx="1"/>
          </p:cNvCxnSpPr>
          <p:nvPr/>
        </p:nvCxnSpPr>
        <p:spPr>
          <a:xfrm flipH="1" rot="10800000">
            <a:off x="1601000" y="2268225"/>
            <a:ext cx="615000" cy="84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8" name="Google Shape;4378;p116"/>
          <p:cNvSpPr txBox="1"/>
          <p:nvPr/>
        </p:nvSpPr>
        <p:spPr>
          <a:xfrm>
            <a:off x="350338" y="14374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Hadoop Client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9" name="Google Shape;4379;p116"/>
          <p:cNvSpPr txBox="1"/>
          <p:nvPr/>
        </p:nvSpPr>
        <p:spPr>
          <a:xfrm>
            <a:off x="6956125" y="2455250"/>
            <a:ext cx="18762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Namenode não guarda dados, mas mantém estado dos datanodes (disco). Decide qual datanode vai armazenar o bloco</a:t>
            </a:r>
            <a:endParaRPr b="1" sz="10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80" name="Google Shape;4380;p116"/>
          <p:cNvGrpSpPr/>
          <p:nvPr/>
        </p:nvGrpSpPr>
        <p:grpSpPr>
          <a:xfrm>
            <a:off x="7145175" y="1739400"/>
            <a:ext cx="1402800" cy="722100"/>
            <a:chOff x="3169200" y="1894650"/>
            <a:chExt cx="1402800" cy="722100"/>
          </a:xfrm>
        </p:grpSpPr>
        <p:pic>
          <p:nvPicPr>
            <p:cNvPr id="4381" name="Google Shape;4381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79214" y="1933479"/>
              <a:ext cx="487943" cy="647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2" name="Google Shape;4382;p116"/>
            <p:cNvSpPr txBox="1"/>
            <p:nvPr/>
          </p:nvSpPr>
          <p:spPr>
            <a:xfrm>
              <a:off x="3169200" y="1894650"/>
              <a:ext cx="1402800" cy="7221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3600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Namenode </a:t>
              </a:r>
              <a:endParaRPr b="1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83" name="Google Shape;4383;p116"/>
          <p:cNvPicPr preferRelativeResize="0"/>
          <p:nvPr/>
        </p:nvPicPr>
        <p:blipFill rotWithShape="1">
          <a:blip r:embed="rId5">
            <a:alphaModFix/>
          </a:blip>
          <a:srcRect b="42696" l="3910" r="84096" t="33034"/>
          <a:stretch/>
        </p:blipFill>
        <p:spPr>
          <a:xfrm>
            <a:off x="712325" y="1727650"/>
            <a:ext cx="944923" cy="10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84" name="Google Shape;4384;p116"/>
          <p:cNvCxnSpPr/>
          <p:nvPr/>
        </p:nvCxnSpPr>
        <p:spPr>
          <a:xfrm>
            <a:off x="3961423" y="2182200"/>
            <a:ext cx="3147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4385" name="Google Shape;4385;p116"/>
          <p:cNvCxnSpPr/>
          <p:nvPr/>
        </p:nvCxnSpPr>
        <p:spPr>
          <a:xfrm>
            <a:off x="3961423" y="2410800"/>
            <a:ext cx="3147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86" name="Google Shape;4386;p116"/>
          <p:cNvSpPr txBox="1"/>
          <p:nvPr/>
        </p:nvSpPr>
        <p:spPr>
          <a:xfrm>
            <a:off x="4615200" y="2228100"/>
            <a:ext cx="1876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block_allocation_request()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7" name="Google Shape;4387;p116"/>
          <p:cNvSpPr txBox="1"/>
          <p:nvPr/>
        </p:nvSpPr>
        <p:spPr>
          <a:xfrm>
            <a:off x="4615200" y="2456700"/>
            <a:ext cx="1876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datanode2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8" name="Google Shape;4388;p116"/>
          <p:cNvCxnSpPr>
            <a:stCxn id="4363" idx="0"/>
            <a:endCxn id="4374" idx="2"/>
          </p:cNvCxnSpPr>
          <p:nvPr/>
        </p:nvCxnSpPr>
        <p:spPr>
          <a:xfrm rot="10800000">
            <a:off x="3065619" y="2643038"/>
            <a:ext cx="606600" cy="158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389" name="Google Shape;4389;p116"/>
          <p:cNvSpPr/>
          <p:nvPr/>
        </p:nvSpPr>
        <p:spPr>
          <a:xfrm>
            <a:off x="4927925" y="4421575"/>
            <a:ext cx="373800" cy="1368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rgbClr val="FFFFFF"/>
                </a:solidFill>
              </a:rPr>
              <a:t>block x</a:t>
            </a:r>
            <a:endParaRPr b="1" sz="500">
              <a:solidFill>
                <a:srgbClr val="FFFFFF"/>
              </a:solidFill>
            </a:endParaRPr>
          </a:p>
        </p:txBody>
      </p:sp>
      <p:sp>
        <p:nvSpPr>
          <p:cNvPr id="4390" name="Google Shape;4390;p116"/>
          <p:cNvSpPr/>
          <p:nvPr/>
        </p:nvSpPr>
        <p:spPr>
          <a:xfrm>
            <a:off x="2215958" y="2160062"/>
            <a:ext cx="591000" cy="2163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</a:rPr>
              <a:t>128 MB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4391" name="Google Shape;4391;p116"/>
          <p:cNvSpPr/>
          <p:nvPr/>
        </p:nvSpPr>
        <p:spPr>
          <a:xfrm>
            <a:off x="2854633" y="2160062"/>
            <a:ext cx="591000" cy="2163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</a:rPr>
              <a:t>128 MB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4392" name="Google Shape;4392;p116"/>
          <p:cNvSpPr/>
          <p:nvPr/>
        </p:nvSpPr>
        <p:spPr>
          <a:xfrm>
            <a:off x="3138982" y="4421575"/>
            <a:ext cx="373800" cy="1368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rgbClr val="FFFFFF"/>
                </a:solidFill>
              </a:rPr>
              <a:t>block y</a:t>
            </a:r>
            <a:endParaRPr b="1" sz="5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96" name="Shape 4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7" name="Google Shape;4397;p11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armazenamento de um grande arquivo</a:t>
            </a:r>
            <a:endParaRPr/>
          </a:p>
        </p:txBody>
      </p:sp>
      <p:pic>
        <p:nvPicPr>
          <p:cNvPr id="4398" name="Google Shape;4398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073" y="4260757"/>
            <a:ext cx="501262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9" name="Google Shape;4399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198" y="4257149"/>
            <a:ext cx="501262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0" name="Google Shape;4400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635" y="4257566"/>
            <a:ext cx="501262" cy="6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401" name="Google Shape;4401;p117"/>
          <p:cNvSpPr txBox="1"/>
          <p:nvPr/>
        </p:nvSpPr>
        <p:spPr>
          <a:xfrm>
            <a:off x="1152057" y="4225537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1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2" name="Google Shape;4402;p117"/>
          <p:cNvSpPr txBox="1"/>
          <p:nvPr/>
        </p:nvSpPr>
        <p:spPr>
          <a:xfrm>
            <a:off x="4751181" y="4225525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3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3" name="Google Shape;4403;p117"/>
          <p:cNvSpPr txBox="1"/>
          <p:nvPr/>
        </p:nvSpPr>
        <p:spPr>
          <a:xfrm>
            <a:off x="2951619" y="4225538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2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4" name="Google Shape;4404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3760" y="4257149"/>
            <a:ext cx="501262" cy="6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4405" name="Google Shape;4405;p117"/>
          <p:cNvSpPr txBox="1"/>
          <p:nvPr/>
        </p:nvSpPr>
        <p:spPr>
          <a:xfrm>
            <a:off x="6550743" y="4225525"/>
            <a:ext cx="14412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4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6" name="Google Shape;4406;p117"/>
          <p:cNvCxnSpPr>
            <a:stCxn id="4407" idx="3"/>
            <a:endCxn id="4408" idx="1"/>
          </p:cNvCxnSpPr>
          <p:nvPr/>
        </p:nvCxnSpPr>
        <p:spPr>
          <a:xfrm>
            <a:off x="1657248" y="1795650"/>
            <a:ext cx="5487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409" name="Google Shape;4409;p117"/>
          <p:cNvSpPr txBox="1"/>
          <p:nvPr/>
        </p:nvSpPr>
        <p:spPr>
          <a:xfrm>
            <a:off x="1657279" y="1434600"/>
            <a:ext cx="5487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criar_arquivo(‘/user/meudataset.csv’)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0" name="Google Shape;4410;p117"/>
          <p:cNvCxnSpPr/>
          <p:nvPr/>
        </p:nvCxnSpPr>
        <p:spPr>
          <a:xfrm>
            <a:off x="1657248" y="1948050"/>
            <a:ext cx="5487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411" name="Google Shape;4411;p117"/>
          <p:cNvSpPr txBox="1"/>
          <p:nvPr/>
        </p:nvSpPr>
        <p:spPr>
          <a:xfrm>
            <a:off x="1657279" y="1891800"/>
            <a:ext cx="5487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2" name="Google Shape;4412;p117"/>
          <p:cNvCxnSpPr/>
          <p:nvPr/>
        </p:nvCxnSpPr>
        <p:spPr>
          <a:xfrm>
            <a:off x="1657248" y="2176650"/>
            <a:ext cx="486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413" name="Google Shape;4413;p117"/>
          <p:cNvSpPr/>
          <p:nvPr/>
        </p:nvSpPr>
        <p:spPr>
          <a:xfrm>
            <a:off x="2169825" y="2115412"/>
            <a:ext cx="1791600" cy="31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4" name="Google Shape;4414;p117"/>
          <p:cNvSpPr txBox="1"/>
          <p:nvPr/>
        </p:nvSpPr>
        <p:spPr>
          <a:xfrm>
            <a:off x="2169825" y="2426612"/>
            <a:ext cx="17916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FSDataOutputStream</a:t>
            </a:r>
            <a:endParaRPr b="1" sz="11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5" name="Google Shape;4415;p117"/>
          <p:cNvSpPr txBox="1"/>
          <p:nvPr/>
        </p:nvSpPr>
        <p:spPr>
          <a:xfrm>
            <a:off x="880400" y="3113325"/>
            <a:ext cx="14412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HDFS Data Block</a:t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6" name="Google Shape;4416;p117"/>
          <p:cNvCxnSpPr>
            <a:stCxn id="4415" idx="0"/>
            <a:endCxn id="4417" idx="1"/>
          </p:cNvCxnSpPr>
          <p:nvPr/>
        </p:nvCxnSpPr>
        <p:spPr>
          <a:xfrm flipH="1" rot="10800000">
            <a:off x="1601000" y="2268225"/>
            <a:ext cx="615000" cy="84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18" name="Google Shape;4418;p117"/>
          <p:cNvSpPr txBox="1"/>
          <p:nvPr/>
        </p:nvSpPr>
        <p:spPr>
          <a:xfrm>
            <a:off x="350338" y="14374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Hadoop Client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9" name="Google Shape;4419;p117"/>
          <p:cNvSpPr txBox="1"/>
          <p:nvPr/>
        </p:nvSpPr>
        <p:spPr>
          <a:xfrm>
            <a:off x="6956125" y="2455250"/>
            <a:ext cx="18762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Namenode não guarda dados, mas mantém estado dos datanodes (disco). Decide qual datanode vai armazenar o bloco</a:t>
            </a:r>
            <a:endParaRPr b="1" sz="10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20" name="Google Shape;4420;p117"/>
          <p:cNvGrpSpPr/>
          <p:nvPr/>
        </p:nvGrpSpPr>
        <p:grpSpPr>
          <a:xfrm>
            <a:off x="7145175" y="1739400"/>
            <a:ext cx="1402800" cy="722100"/>
            <a:chOff x="3169200" y="1894650"/>
            <a:chExt cx="1402800" cy="722100"/>
          </a:xfrm>
        </p:grpSpPr>
        <p:pic>
          <p:nvPicPr>
            <p:cNvPr id="4421" name="Google Shape;4421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79214" y="1933479"/>
              <a:ext cx="487943" cy="647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2" name="Google Shape;4422;p117"/>
            <p:cNvSpPr txBox="1"/>
            <p:nvPr/>
          </p:nvSpPr>
          <p:spPr>
            <a:xfrm>
              <a:off x="3169200" y="1894650"/>
              <a:ext cx="1402800" cy="7221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3600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Namenode </a:t>
              </a:r>
              <a:endParaRPr b="1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23" name="Google Shape;4423;p117"/>
          <p:cNvPicPr preferRelativeResize="0"/>
          <p:nvPr/>
        </p:nvPicPr>
        <p:blipFill rotWithShape="1">
          <a:blip r:embed="rId5">
            <a:alphaModFix/>
          </a:blip>
          <a:srcRect b="42696" l="3910" r="84096" t="33034"/>
          <a:stretch/>
        </p:blipFill>
        <p:spPr>
          <a:xfrm>
            <a:off x="712325" y="1727650"/>
            <a:ext cx="944923" cy="10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4" name="Google Shape;4424;p117"/>
          <p:cNvCxnSpPr/>
          <p:nvPr/>
        </p:nvCxnSpPr>
        <p:spPr>
          <a:xfrm>
            <a:off x="3961423" y="2182200"/>
            <a:ext cx="3147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4425" name="Google Shape;4425;p117"/>
          <p:cNvSpPr txBox="1"/>
          <p:nvPr/>
        </p:nvSpPr>
        <p:spPr>
          <a:xfrm>
            <a:off x="4615200" y="2228100"/>
            <a:ext cx="1876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file_close</a:t>
            </a:r>
            <a:r>
              <a:rPr b="1" lang="pt-BR" sz="12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b="1" sz="12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6" name="Google Shape;4426;p117"/>
          <p:cNvSpPr/>
          <p:nvPr/>
        </p:nvSpPr>
        <p:spPr>
          <a:xfrm>
            <a:off x="4927925" y="4421575"/>
            <a:ext cx="373800" cy="1368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rgbClr val="FFFFFF"/>
                </a:solidFill>
              </a:rPr>
              <a:t>block x</a:t>
            </a:r>
            <a:endParaRPr b="1" sz="500">
              <a:solidFill>
                <a:srgbClr val="FFFFFF"/>
              </a:solidFill>
            </a:endParaRPr>
          </a:p>
        </p:txBody>
      </p:sp>
      <p:sp>
        <p:nvSpPr>
          <p:cNvPr id="4427" name="Google Shape;4427;p117"/>
          <p:cNvSpPr/>
          <p:nvPr/>
        </p:nvSpPr>
        <p:spPr>
          <a:xfrm>
            <a:off x="2215958" y="2160062"/>
            <a:ext cx="591000" cy="2163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</a:rPr>
              <a:t>128 MB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4428" name="Google Shape;4428;p117"/>
          <p:cNvSpPr/>
          <p:nvPr/>
        </p:nvSpPr>
        <p:spPr>
          <a:xfrm>
            <a:off x="2854633" y="2160062"/>
            <a:ext cx="591000" cy="2163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</a:rPr>
              <a:t>128 MB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4429" name="Google Shape;4429;p117"/>
          <p:cNvSpPr/>
          <p:nvPr/>
        </p:nvSpPr>
        <p:spPr>
          <a:xfrm>
            <a:off x="3138982" y="4421575"/>
            <a:ext cx="373800" cy="1368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rgbClr val="FFFFFF"/>
                </a:solidFill>
              </a:rPr>
              <a:t>block y</a:t>
            </a:r>
            <a:endParaRPr b="1" sz="5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33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4" name="Google Shape;4434;p11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Resumo da ópera</a:t>
            </a:r>
            <a:endParaRPr/>
          </a:p>
        </p:txBody>
      </p:sp>
      <p:sp>
        <p:nvSpPr>
          <p:cNvPr id="4435" name="Google Shape;4435;p118"/>
          <p:cNvSpPr txBox="1"/>
          <p:nvPr>
            <p:ph idx="1" type="body"/>
          </p:nvPr>
        </p:nvSpPr>
        <p:spPr>
          <a:xfrm>
            <a:off x="-50" y="706400"/>
            <a:ext cx="91440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Arquitetura Master/Slave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Único Namenode (master)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Múltiplos Datanodes (slaves)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Namenode gerencia namespace do sistema de arquivos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Clientes sempre interagem com Namenode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Datanodes armazenam blocos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Namenode mantém mapeamento/alocação/ordem/metadados dos blocos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Datanodes periodicamente enviam </a:t>
            </a:r>
            <a:r>
              <a:rPr b="1" lang="pt-BR"/>
              <a:t>heartbeats</a:t>
            </a:r>
            <a:r>
              <a:rPr lang="pt-BR"/>
              <a:t> (S2) e relatório de blocos para o Namenode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Tamanho padrão de um bloco é 128 megas (é possível mudar)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Cliente interage diretamente com o Datanode para leitura/escrita de blocos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Cliente bufferiza blocos localmente antes de iniciar o streaming de envio de um bloco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39" name="Shape 4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0" name="Google Shape;4440;p119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</a:t>
            </a:r>
            <a:endParaRPr/>
          </a:p>
        </p:txBody>
      </p:sp>
      <p:sp>
        <p:nvSpPr>
          <p:cNvPr id="4441" name="Google Shape;4441;p119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Alta disponibilidade, Tolerância a Falhas e Namenode Secundário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45" name="Shape 4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6" name="Google Shape;4446;p12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Falhas em datanodes</a:t>
            </a:r>
            <a:endParaRPr/>
          </a:p>
        </p:txBody>
      </p:sp>
      <p:sp>
        <p:nvSpPr>
          <p:cNvPr id="4447" name="Google Shape;4447;p120"/>
          <p:cNvSpPr/>
          <p:nvPr/>
        </p:nvSpPr>
        <p:spPr>
          <a:xfrm>
            <a:off x="3986775" y="2028913"/>
            <a:ext cx="601200" cy="3540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x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4448" name="Google Shape;4448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250" y="983475"/>
            <a:ext cx="2070400" cy="2070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49" name="Google Shape;4449;p120"/>
          <p:cNvGraphicFramePr/>
          <p:nvPr/>
        </p:nvGraphicFramePr>
        <p:xfrm>
          <a:off x="798150" y="431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{5CAAAF52-E457-45A9-95D8-A04D8FBBEF9B}</a:tableStyleId>
              </a:tblPr>
              <a:tblGrid>
                <a:gridCol w="1809750"/>
                <a:gridCol w="1809750"/>
                <a:gridCol w="1809750"/>
                <a:gridCol w="1197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128 MB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128 MB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128 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66 MB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50" name="Google Shape;4450;p120"/>
          <p:cNvSpPr txBox="1"/>
          <p:nvPr/>
        </p:nvSpPr>
        <p:spPr>
          <a:xfrm>
            <a:off x="830025" y="3935175"/>
            <a:ext cx="30072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Lato"/>
                <a:ea typeface="Lato"/>
                <a:cs typeface="Lato"/>
                <a:sym typeface="Lato"/>
              </a:rPr>
              <a:t>Exemplo: Arquivo de 450 MB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1" name="Google Shape;4451;p120"/>
          <p:cNvSpPr/>
          <p:nvPr/>
        </p:nvSpPr>
        <p:spPr>
          <a:xfrm>
            <a:off x="3986775" y="2566563"/>
            <a:ext cx="601200" cy="3540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452" name="Google Shape;4452;p120"/>
          <p:cNvSpPr/>
          <p:nvPr/>
        </p:nvSpPr>
        <p:spPr>
          <a:xfrm>
            <a:off x="3986775" y="1116813"/>
            <a:ext cx="601200" cy="1908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y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453" name="Google Shape;4453;p120"/>
          <p:cNvSpPr/>
          <p:nvPr/>
        </p:nvSpPr>
        <p:spPr>
          <a:xfrm>
            <a:off x="3986775" y="1491263"/>
            <a:ext cx="601200" cy="3540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w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454" name="Google Shape;4454;p120"/>
          <p:cNvSpPr/>
          <p:nvPr/>
        </p:nvSpPr>
        <p:spPr>
          <a:xfrm>
            <a:off x="3178988" y="192385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58" name="Shape 4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9" name="Google Shape;4459;p12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Falhas em data nodes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460" name="Google Shape;4460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461" name="Google Shape;4461;p12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462" name="Google Shape;4462;p121"/>
          <p:cNvCxnSpPr>
            <a:stCxn id="4461" idx="1"/>
            <a:endCxn id="4460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63" name="Google Shape;4463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4" name="Google Shape;4464;p121"/>
          <p:cNvCxnSpPr>
            <a:stCxn id="4461" idx="1"/>
            <a:endCxn id="4463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65" name="Google Shape;4465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6" name="Google Shape;4466;p121"/>
          <p:cNvCxnSpPr>
            <a:stCxn id="4461" idx="1"/>
            <a:endCxn id="4465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67" name="Google Shape;4467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8" name="Google Shape;4468;p121"/>
          <p:cNvCxnSpPr>
            <a:stCxn id="4461" idx="1"/>
            <a:endCxn id="4467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69" name="Google Shape;4469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470" name="Google Shape;4470;p12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471" name="Google Shape;4471;p121"/>
          <p:cNvCxnSpPr>
            <a:stCxn id="4470" idx="1"/>
            <a:endCxn id="4469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72" name="Google Shape;4472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3" name="Google Shape;4473;p121"/>
          <p:cNvCxnSpPr>
            <a:stCxn id="4470" idx="1"/>
            <a:endCxn id="4472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74" name="Google Shape;4474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5" name="Google Shape;4475;p121"/>
          <p:cNvCxnSpPr>
            <a:stCxn id="4470" idx="1"/>
            <a:endCxn id="4474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76" name="Google Shape;4476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7" name="Google Shape;4477;p121"/>
          <p:cNvCxnSpPr>
            <a:stCxn id="4470" idx="1"/>
            <a:endCxn id="4476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78" name="Google Shape;4478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479" name="Google Shape;4479;p12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480" name="Google Shape;4480;p121"/>
          <p:cNvCxnSpPr>
            <a:stCxn id="4479" idx="1"/>
            <a:endCxn id="4478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81" name="Google Shape;4481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2" name="Google Shape;4482;p121"/>
          <p:cNvCxnSpPr>
            <a:stCxn id="4479" idx="1"/>
            <a:endCxn id="4481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83" name="Google Shape;4483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4" name="Google Shape;4484;p121"/>
          <p:cNvCxnSpPr>
            <a:stCxn id="4479" idx="1"/>
            <a:endCxn id="4483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85" name="Google Shape;4485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6" name="Google Shape;4486;p121"/>
          <p:cNvCxnSpPr>
            <a:stCxn id="4479" idx="1"/>
            <a:endCxn id="4485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87" name="Google Shape;4487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488" name="Google Shape;4488;p12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489" name="Google Shape;4489;p121"/>
          <p:cNvCxnSpPr>
            <a:stCxn id="4488" idx="1"/>
            <a:endCxn id="4487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90" name="Google Shape;4490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91" name="Google Shape;4491;p121"/>
          <p:cNvCxnSpPr>
            <a:stCxn id="4488" idx="1"/>
            <a:endCxn id="4490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92" name="Google Shape;4492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93" name="Google Shape;4493;p121"/>
          <p:cNvCxnSpPr>
            <a:stCxn id="4488" idx="1"/>
            <a:endCxn id="4492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94" name="Google Shape;4494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95" name="Google Shape;4495;p121"/>
          <p:cNvCxnSpPr>
            <a:stCxn id="4488" idx="1"/>
            <a:endCxn id="4494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496" name="Google Shape;4496;p121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497" name="Google Shape;4497;p121"/>
          <p:cNvCxnSpPr>
            <a:stCxn id="4496" idx="2"/>
            <a:endCxn id="4470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8" name="Google Shape;4498;p121"/>
          <p:cNvCxnSpPr>
            <a:stCxn id="4488" idx="0"/>
            <a:endCxn id="4496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9" name="Google Shape;4499;p121"/>
          <p:cNvCxnSpPr>
            <a:stCxn id="4479" idx="0"/>
            <a:endCxn id="4496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0" name="Google Shape;4500;p121"/>
          <p:cNvCxnSpPr>
            <a:stCxn id="4496" idx="2"/>
            <a:endCxn id="4461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501" name="Google Shape;4501;p121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2" name="Google Shape;4502;p121"/>
          <p:cNvCxnSpPr>
            <a:stCxn id="4501" idx="3"/>
            <a:endCxn id="4496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3" name="Google Shape;4503;p121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4" name="Google Shape;4504;p121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5" name="Google Shape;4505;p121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6" name="Google Shape;4506;p121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7" name="Google Shape;4507;p121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8" name="Google Shape;4508;p121"/>
          <p:cNvSpPr/>
          <p:nvPr/>
        </p:nvSpPr>
        <p:spPr>
          <a:xfrm>
            <a:off x="2918025" y="27961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509" name="Google Shape;4509;p121"/>
          <p:cNvSpPr/>
          <p:nvPr/>
        </p:nvSpPr>
        <p:spPr>
          <a:xfrm>
            <a:off x="4859850" y="27961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510" name="Google Shape;4510;p121"/>
          <p:cNvSpPr/>
          <p:nvPr/>
        </p:nvSpPr>
        <p:spPr>
          <a:xfrm>
            <a:off x="2918025" y="3603550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511" name="Google Shape;4511;p121"/>
          <p:cNvSpPr/>
          <p:nvPr/>
        </p:nvSpPr>
        <p:spPr>
          <a:xfrm>
            <a:off x="6868475" y="35000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15" name="Shape 4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6" name="Google Shape;4516;p12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Falhas em data nodes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517" name="Google Shape;4517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518" name="Google Shape;4518;p122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519" name="Google Shape;4519;p122"/>
          <p:cNvCxnSpPr>
            <a:stCxn id="4518" idx="1"/>
            <a:endCxn id="4517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20" name="Google Shape;4520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21" name="Google Shape;4521;p122"/>
          <p:cNvCxnSpPr>
            <a:stCxn id="4518" idx="1"/>
            <a:endCxn id="4520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22" name="Google Shape;4522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23" name="Google Shape;4523;p122"/>
          <p:cNvCxnSpPr>
            <a:stCxn id="4518" idx="1"/>
            <a:endCxn id="4522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24" name="Google Shape;4524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25" name="Google Shape;4525;p122"/>
          <p:cNvCxnSpPr>
            <a:stCxn id="4518" idx="1"/>
            <a:endCxn id="4524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26" name="Google Shape;4526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527" name="Google Shape;4527;p122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528" name="Google Shape;4528;p122"/>
          <p:cNvCxnSpPr>
            <a:stCxn id="4527" idx="1"/>
            <a:endCxn id="4526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29" name="Google Shape;4529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0" name="Google Shape;4530;p122"/>
          <p:cNvCxnSpPr>
            <a:stCxn id="4527" idx="1"/>
            <a:endCxn id="4529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31" name="Google Shape;4531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2" name="Google Shape;4532;p122"/>
          <p:cNvCxnSpPr>
            <a:stCxn id="4527" idx="1"/>
            <a:endCxn id="4531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33" name="Google Shape;4533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4" name="Google Shape;4534;p122"/>
          <p:cNvCxnSpPr>
            <a:stCxn id="4527" idx="1"/>
            <a:endCxn id="4533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35" name="Google Shape;4535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536" name="Google Shape;4536;p122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537" name="Google Shape;4537;p122"/>
          <p:cNvCxnSpPr>
            <a:stCxn id="4536" idx="1"/>
            <a:endCxn id="4535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38" name="Google Shape;4538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9" name="Google Shape;4539;p122"/>
          <p:cNvCxnSpPr>
            <a:stCxn id="4536" idx="1"/>
            <a:endCxn id="4538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40" name="Google Shape;4540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1" name="Google Shape;4541;p122"/>
          <p:cNvCxnSpPr>
            <a:stCxn id="4536" idx="1"/>
            <a:endCxn id="4540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42" name="Google Shape;4542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3" name="Google Shape;4543;p122"/>
          <p:cNvCxnSpPr>
            <a:stCxn id="4536" idx="1"/>
            <a:endCxn id="4542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44" name="Google Shape;4544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545" name="Google Shape;4545;p122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546" name="Google Shape;4546;p122"/>
          <p:cNvCxnSpPr>
            <a:stCxn id="4545" idx="1"/>
            <a:endCxn id="4544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47" name="Google Shape;4547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8" name="Google Shape;4548;p122"/>
          <p:cNvCxnSpPr>
            <a:stCxn id="4545" idx="1"/>
            <a:endCxn id="4547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49" name="Google Shape;4549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0" name="Google Shape;4550;p122"/>
          <p:cNvCxnSpPr>
            <a:stCxn id="4545" idx="1"/>
            <a:endCxn id="4549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51" name="Google Shape;4551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2" name="Google Shape;4552;p122"/>
          <p:cNvCxnSpPr>
            <a:stCxn id="4545" idx="1"/>
            <a:endCxn id="4551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553" name="Google Shape;4553;p122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554" name="Google Shape;4554;p122"/>
          <p:cNvCxnSpPr>
            <a:stCxn id="4553" idx="2"/>
            <a:endCxn id="4527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5" name="Google Shape;4555;p122"/>
          <p:cNvCxnSpPr>
            <a:stCxn id="4545" idx="0"/>
            <a:endCxn id="4553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6" name="Google Shape;4556;p122"/>
          <p:cNvCxnSpPr>
            <a:stCxn id="4536" idx="0"/>
            <a:endCxn id="4553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7" name="Google Shape;4557;p122"/>
          <p:cNvCxnSpPr>
            <a:stCxn id="4553" idx="2"/>
            <a:endCxn id="4518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558" name="Google Shape;4558;p122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9" name="Google Shape;4559;p122"/>
          <p:cNvCxnSpPr>
            <a:stCxn id="4558" idx="3"/>
            <a:endCxn id="4553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0" name="Google Shape;4560;p122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1" name="Google Shape;4561;p122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2" name="Google Shape;4562;p122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3" name="Google Shape;4563;p122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4" name="Google Shape;4564;p122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5" name="Google Shape;4565;p122"/>
          <p:cNvSpPr/>
          <p:nvPr/>
        </p:nvSpPr>
        <p:spPr>
          <a:xfrm>
            <a:off x="2918025" y="27961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566" name="Google Shape;4566;p122"/>
          <p:cNvSpPr/>
          <p:nvPr/>
        </p:nvSpPr>
        <p:spPr>
          <a:xfrm>
            <a:off x="4859850" y="27961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567" name="Google Shape;4567;p122"/>
          <p:cNvSpPr/>
          <p:nvPr/>
        </p:nvSpPr>
        <p:spPr>
          <a:xfrm>
            <a:off x="2918025" y="3603550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568" name="Google Shape;4568;p122"/>
          <p:cNvSpPr/>
          <p:nvPr/>
        </p:nvSpPr>
        <p:spPr>
          <a:xfrm>
            <a:off x="6868475" y="35000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569" name="Google Shape;4569;p122"/>
          <p:cNvSpPr/>
          <p:nvPr/>
        </p:nvSpPr>
        <p:spPr>
          <a:xfrm>
            <a:off x="3803163" y="273825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fail" id="4570" name="Google Shape;4570;p122"/>
          <p:cNvPicPr preferRelativeResize="0"/>
          <p:nvPr/>
        </p:nvPicPr>
        <p:blipFill rotWithShape="1">
          <a:blip r:embed="rId7">
            <a:alphaModFix/>
          </a:blip>
          <a:srcRect b="22186" l="0" r="0" t="21573"/>
          <a:stretch/>
        </p:blipFill>
        <p:spPr>
          <a:xfrm>
            <a:off x="4413897" y="2710128"/>
            <a:ext cx="558203" cy="31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74" name="Shape 4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5" name="Google Shape;4575;p12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Falhas em data nodes - Solução: cópia de blocos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576" name="Google Shape;4576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577" name="Google Shape;4577;p12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578" name="Google Shape;4578;p123"/>
          <p:cNvCxnSpPr>
            <a:stCxn id="4577" idx="1"/>
            <a:endCxn id="4576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79" name="Google Shape;4579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0" name="Google Shape;4580;p123"/>
          <p:cNvCxnSpPr>
            <a:stCxn id="4577" idx="1"/>
            <a:endCxn id="4579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81" name="Google Shape;4581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2" name="Google Shape;4582;p123"/>
          <p:cNvCxnSpPr>
            <a:stCxn id="4577" idx="1"/>
            <a:endCxn id="4581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83" name="Google Shape;4583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4" name="Google Shape;4584;p123"/>
          <p:cNvCxnSpPr>
            <a:stCxn id="4577" idx="1"/>
            <a:endCxn id="4583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85" name="Google Shape;4585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586" name="Google Shape;4586;p12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587" name="Google Shape;4587;p123"/>
          <p:cNvCxnSpPr>
            <a:stCxn id="4586" idx="1"/>
            <a:endCxn id="4585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88" name="Google Shape;4588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9" name="Google Shape;4589;p123"/>
          <p:cNvCxnSpPr>
            <a:stCxn id="4586" idx="1"/>
            <a:endCxn id="4588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90" name="Google Shape;4590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91" name="Google Shape;4591;p123"/>
          <p:cNvCxnSpPr>
            <a:stCxn id="4586" idx="1"/>
            <a:endCxn id="4590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92" name="Google Shape;4592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93" name="Google Shape;4593;p123"/>
          <p:cNvCxnSpPr>
            <a:stCxn id="4586" idx="1"/>
            <a:endCxn id="4592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94" name="Google Shape;4594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595" name="Google Shape;4595;p12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596" name="Google Shape;4596;p123"/>
          <p:cNvCxnSpPr>
            <a:stCxn id="4595" idx="1"/>
            <a:endCxn id="4594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97" name="Google Shape;4597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98" name="Google Shape;4598;p123"/>
          <p:cNvCxnSpPr>
            <a:stCxn id="4595" idx="1"/>
            <a:endCxn id="4597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99" name="Google Shape;4599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0" name="Google Shape;4600;p123"/>
          <p:cNvCxnSpPr>
            <a:stCxn id="4595" idx="1"/>
            <a:endCxn id="4599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01" name="Google Shape;4601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2" name="Google Shape;4602;p123"/>
          <p:cNvCxnSpPr>
            <a:stCxn id="4595" idx="1"/>
            <a:endCxn id="4601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03" name="Google Shape;4603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604" name="Google Shape;4604;p12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605" name="Google Shape;4605;p123"/>
          <p:cNvCxnSpPr>
            <a:stCxn id="4604" idx="1"/>
            <a:endCxn id="4603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06" name="Google Shape;4606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7" name="Google Shape;4607;p123"/>
          <p:cNvCxnSpPr>
            <a:stCxn id="4604" idx="1"/>
            <a:endCxn id="4606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08" name="Google Shape;4608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9" name="Google Shape;4609;p123"/>
          <p:cNvCxnSpPr>
            <a:stCxn id="4604" idx="1"/>
            <a:endCxn id="4608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10" name="Google Shape;4610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1" name="Google Shape;4611;p123"/>
          <p:cNvCxnSpPr>
            <a:stCxn id="4604" idx="1"/>
            <a:endCxn id="4610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612" name="Google Shape;4612;p123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613" name="Google Shape;4613;p123"/>
          <p:cNvCxnSpPr>
            <a:stCxn id="4612" idx="2"/>
            <a:endCxn id="4586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4" name="Google Shape;4614;p123"/>
          <p:cNvCxnSpPr>
            <a:stCxn id="4604" idx="0"/>
            <a:endCxn id="4612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5" name="Google Shape;4615;p123"/>
          <p:cNvCxnSpPr>
            <a:stCxn id="4595" idx="0"/>
            <a:endCxn id="4612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6" name="Google Shape;4616;p123"/>
          <p:cNvCxnSpPr>
            <a:stCxn id="4612" idx="2"/>
            <a:endCxn id="4577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617" name="Google Shape;4617;p123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8" name="Google Shape;4618;p123"/>
          <p:cNvCxnSpPr>
            <a:stCxn id="4617" idx="3"/>
            <a:endCxn id="4612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9" name="Google Shape;4619;p123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0" name="Google Shape;4620;p123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1" name="Google Shape;4621;p123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2" name="Google Shape;4622;p123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3" name="Google Shape;4623;p123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4" name="Google Shape;4624;p123"/>
          <p:cNvSpPr/>
          <p:nvPr/>
        </p:nvSpPr>
        <p:spPr>
          <a:xfrm>
            <a:off x="2918025" y="27961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25" name="Google Shape;4625;p123"/>
          <p:cNvSpPr/>
          <p:nvPr/>
        </p:nvSpPr>
        <p:spPr>
          <a:xfrm>
            <a:off x="4859850" y="27961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26" name="Google Shape;4626;p123"/>
          <p:cNvSpPr/>
          <p:nvPr/>
        </p:nvSpPr>
        <p:spPr>
          <a:xfrm>
            <a:off x="2918025" y="3603550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27" name="Google Shape;4627;p123"/>
          <p:cNvSpPr/>
          <p:nvPr/>
        </p:nvSpPr>
        <p:spPr>
          <a:xfrm>
            <a:off x="6868475" y="35000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28" name="Google Shape;4628;p123"/>
          <p:cNvSpPr/>
          <p:nvPr/>
        </p:nvSpPr>
        <p:spPr>
          <a:xfrm>
            <a:off x="3803163" y="273825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9" name="Google Shape;4629;p123"/>
          <p:cNvSpPr/>
          <p:nvPr/>
        </p:nvSpPr>
        <p:spPr>
          <a:xfrm>
            <a:off x="6844563" y="2012344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30" name="Google Shape;4630;p123"/>
          <p:cNvSpPr/>
          <p:nvPr/>
        </p:nvSpPr>
        <p:spPr>
          <a:xfrm>
            <a:off x="5787864" y="1967144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34" name="Shape 4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5" name="Google Shape;4635;p12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Falhas em data nodes - Solução: cópia de blocos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636" name="Google Shape;4636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637" name="Google Shape;4637;p124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638" name="Google Shape;4638;p124"/>
          <p:cNvCxnSpPr>
            <a:stCxn id="4637" idx="1"/>
            <a:endCxn id="4636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39" name="Google Shape;4639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0" name="Google Shape;4640;p124"/>
          <p:cNvCxnSpPr>
            <a:stCxn id="4637" idx="1"/>
            <a:endCxn id="4639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41" name="Google Shape;4641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2" name="Google Shape;4642;p124"/>
          <p:cNvCxnSpPr>
            <a:stCxn id="4637" idx="1"/>
            <a:endCxn id="4641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43" name="Google Shape;4643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4" name="Google Shape;4644;p124"/>
          <p:cNvCxnSpPr>
            <a:stCxn id="4637" idx="1"/>
            <a:endCxn id="4643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45" name="Google Shape;4645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646" name="Google Shape;4646;p124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647" name="Google Shape;4647;p124"/>
          <p:cNvCxnSpPr>
            <a:stCxn id="4646" idx="1"/>
            <a:endCxn id="4645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48" name="Google Shape;4648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9" name="Google Shape;4649;p124"/>
          <p:cNvCxnSpPr>
            <a:stCxn id="4646" idx="1"/>
            <a:endCxn id="4648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50" name="Google Shape;4650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51" name="Google Shape;4651;p124"/>
          <p:cNvCxnSpPr>
            <a:stCxn id="4646" idx="1"/>
            <a:endCxn id="4650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52" name="Google Shape;4652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53" name="Google Shape;4653;p124"/>
          <p:cNvCxnSpPr>
            <a:stCxn id="4646" idx="1"/>
            <a:endCxn id="4652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54" name="Google Shape;4654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655" name="Google Shape;4655;p124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656" name="Google Shape;4656;p124"/>
          <p:cNvCxnSpPr>
            <a:stCxn id="4655" idx="1"/>
            <a:endCxn id="4654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57" name="Google Shape;4657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58" name="Google Shape;4658;p124"/>
          <p:cNvCxnSpPr>
            <a:stCxn id="4655" idx="1"/>
            <a:endCxn id="4657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59" name="Google Shape;4659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60" name="Google Shape;4660;p124"/>
          <p:cNvCxnSpPr>
            <a:stCxn id="4655" idx="1"/>
            <a:endCxn id="4659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61" name="Google Shape;4661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62" name="Google Shape;4662;p124"/>
          <p:cNvCxnSpPr>
            <a:stCxn id="4655" idx="1"/>
            <a:endCxn id="4661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63" name="Google Shape;4663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664" name="Google Shape;4664;p124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665" name="Google Shape;4665;p124"/>
          <p:cNvCxnSpPr>
            <a:stCxn id="4664" idx="1"/>
            <a:endCxn id="4663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66" name="Google Shape;4666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67" name="Google Shape;4667;p124"/>
          <p:cNvCxnSpPr>
            <a:stCxn id="4664" idx="1"/>
            <a:endCxn id="4666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68" name="Google Shape;4668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69" name="Google Shape;4669;p124"/>
          <p:cNvCxnSpPr>
            <a:stCxn id="4664" idx="1"/>
            <a:endCxn id="4668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70" name="Google Shape;4670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1" name="Google Shape;4671;p124"/>
          <p:cNvCxnSpPr>
            <a:stCxn id="4664" idx="1"/>
            <a:endCxn id="4670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672" name="Google Shape;4672;p124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673" name="Google Shape;4673;p124"/>
          <p:cNvCxnSpPr>
            <a:stCxn id="4672" idx="2"/>
            <a:endCxn id="4646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4" name="Google Shape;4674;p124"/>
          <p:cNvCxnSpPr>
            <a:stCxn id="4664" idx="0"/>
            <a:endCxn id="4672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5" name="Google Shape;4675;p124"/>
          <p:cNvCxnSpPr>
            <a:stCxn id="4655" idx="0"/>
            <a:endCxn id="4672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6" name="Google Shape;4676;p124"/>
          <p:cNvCxnSpPr>
            <a:stCxn id="4672" idx="2"/>
            <a:endCxn id="4637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677" name="Google Shape;4677;p124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8" name="Google Shape;4678;p124"/>
          <p:cNvCxnSpPr>
            <a:stCxn id="4677" idx="3"/>
            <a:endCxn id="4672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9" name="Google Shape;4679;p124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0" name="Google Shape;4680;p124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1" name="Google Shape;4681;p124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2" name="Google Shape;4682;p124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3" name="Google Shape;4683;p124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4" name="Google Shape;4684;p124"/>
          <p:cNvSpPr/>
          <p:nvPr/>
        </p:nvSpPr>
        <p:spPr>
          <a:xfrm>
            <a:off x="2918025" y="27961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85" name="Google Shape;4685;p124"/>
          <p:cNvSpPr/>
          <p:nvPr/>
        </p:nvSpPr>
        <p:spPr>
          <a:xfrm>
            <a:off x="4859850" y="27961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86" name="Google Shape;4686;p124"/>
          <p:cNvSpPr/>
          <p:nvPr/>
        </p:nvSpPr>
        <p:spPr>
          <a:xfrm>
            <a:off x="2918025" y="3603550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87" name="Google Shape;4687;p124"/>
          <p:cNvSpPr/>
          <p:nvPr/>
        </p:nvSpPr>
        <p:spPr>
          <a:xfrm>
            <a:off x="6868475" y="35000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88" name="Google Shape;4688;p124"/>
          <p:cNvSpPr/>
          <p:nvPr/>
        </p:nvSpPr>
        <p:spPr>
          <a:xfrm>
            <a:off x="3803163" y="273825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fail" id="4689" name="Google Shape;4689;p124"/>
          <p:cNvPicPr preferRelativeResize="0"/>
          <p:nvPr/>
        </p:nvPicPr>
        <p:blipFill rotWithShape="1">
          <a:blip r:embed="rId7">
            <a:alphaModFix/>
          </a:blip>
          <a:srcRect b="22186" l="0" r="0" t="21573"/>
          <a:stretch/>
        </p:blipFill>
        <p:spPr>
          <a:xfrm>
            <a:off x="4413897" y="2710128"/>
            <a:ext cx="558203" cy="313951"/>
          </a:xfrm>
          <a:prstGeom prst="rect">
            <a:avLst/>
          </a:prstGeom>
          <a:noFill/>
          <a:ln>
            <a:noFill/>
          </a:ln>
        </p:spPr>
      </p:pic>
      <p:sp>
        <p:nvSpPr>
          <p:cNvPr id="4690" name="Google Shape;4690;p124"/>
          <p:cNvSpPr/>
          <p:nvPr/>
        </p:nvSpPr>
        <p:spPr>
          <a:xfrm>
            <a:off x="6844563" y="2012344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691" name="Google Shape;4691;p124"/>
          <p:cNvSpPr/>
          <p:nvPr/>
        </p:nvSpPr>
        <p:spPr>
          <a:xfrm>
            <a:off x="5787864" y="1967144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95" name="Shape 4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6" name="Google Shape;4696;p12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Falhas em data nodes - Solução: cópia de blocos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697" name="Google Shape;4697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698" name="Google Shape;4698;p12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699" name="Google Shape;4699;p125"/>
          <p:cNvCxnSpPr>
            <a:stCxn id="4698" idx="1"/>
            <a:endCxn id="4697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00" name="Google Shape;4700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01" name="Google Shape;4701;p125"/>
          <p:cNvCxnSpPr>
            <a:stCxn id="4698" idx="1"/>
            <a:endCxn id="4700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02" name="Google Shape;4702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03" name="Google Shape;4703;p125"/>
          <p:cNvCxnSpPr>
            <a:stCxn id="4698" idx="1"/>
            <a:endCxn id="4702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04" name="Google Shape;4704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05" name="Google Shape;4705;p125"/>
          <p:cNvCxnSpPr>
            <a:stCxn id="4698" idx="1"/>
            <a:endCxn id="4704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06" name="Google Shape;4706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707" name="Google Shape;4707;p12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708" name="Google Shape;4708;p125"/>
          <p:cNvCxnSpPr>
            <a:stCxn id="4707" idx="1"/>
            <a:endCxn id="4706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09" name="Google Shape;4709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10" name="Google Shape;4710;p125"/>
          <p:cNvCxnSpPr>
            <a:stCxn id="4707" idx="1"/>
            <a:endCxn id="4709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11" name="Google Shape;4711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12" name="Google Shape;4712;p125"/>
          <p:cNvCxnSpPr>
            <a:stCxn id="4707" idx="1"/>
            <a:endCxn id="4711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13" name="Google Shape;4713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14" name="Google Shape;4714;p125"/>
          <p:cNvCxnSpPr>
            <a:stCxn id="4707" idx="1"/>
            <a:endCxn id="4713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15" name="Google Shape;4715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716" name="Google Shape;4716;p12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717" name="Google Shape;4717;p125"/>
          <p:cNvCxnSpPr>
            <a:stCxn id="4716" idx="1"/>
            <a:endCxn id="4715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18" name="Google Shape;4718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19" name="Google Shape;4719;p125"/>
          <p:cNvCxnSpPr>
            <a:stCxn id="4716" idx="1"/>
            <a:endCxn id="4718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20" name="Google Shape;4720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1" name="Google Shape;4721;p125"/>
          <p:cNvCxnSpPr>
            <a:stCxn id="4716" idx="1"/>
            <a:endCxn id="4720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22" name="Google Shape;4722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3" name="Google Shape;4723;p125"/>
          <p:cNvCxnSpPr>
            <a:stCxn id="4716" idx="1"/>
            <a:endCxn id="4722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24" name="Google Shape;4724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725" name="Google Shape;4725;p12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726" name="Google Shape;4726;p125"/>
          <p:cNvCxnSpPr>
            <a:stCxn id="4725" idx="1"/>
            <a:endCxn id="4724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27" name="Google Shape;4727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8" name="Google Shape;4728;p125"/>
          <p:cNvCxnSpPr>
            <a:stCxn id="4725" idx="1"/>
            <a:endCxn id="4727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29" name="Google Shape;4729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0" name="Google Shape;4730;p125"/>
          <p:cNvCxnSpPr>
            <a:stCxn id="4725" idx="1"/>
            <a:endCxn id="4729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31" name="Google Shape;4731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2" name="Google Shape;4732;p125"/>
          <p:cNvCxnSpPr>
            <a:stCxn id="4725" idx="1"/>
            <a:endCxn id="4731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733" name="Google Shape;4733;p12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734" name="Google Shape;4734;p125"/>
          <p:cNvCxnSpPr>
            <a:stCxn id="4733" idx="2"/>
            <a:endCxn id="4707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5" name="Google Shape;4735;p125"/>
          <p:cNvCxnSpPr>
            <a:stCxn id="4725" idx="0"/>
            <a:endCxn id="4733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6" name="Google Shape;4736;p125"/>
          <p:cNvCxnSpPr>
            <a:stCxn id="4716" idx="0"/>
            <a:endCxn id="4733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7" name="Google Shape;4737;p125"/>
          <p:cNvCxnSpPr>
            <a:stCxn id="4733" idx="2"/>
            <a:endCxn id="4698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738" name="Google Shape;4738;p125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9" name="Google Shape;4739;p125"/>
          <p:cNvCxnSpPr>
            <a:stCxn id="4738" idx="3"/>
            <a:endCxn id="4733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0" name="Google Shape;4740;p125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1" name="Google Shape;4741;p125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2" name="Google Shape;4742;p125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3" name="Google Shape;4743;p125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4" name="Google Shape;4744;p125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5" name="Google Shape;4745;p125"/>
          <p:cNvSpPr/>
          <p:nvPr/>
        </p:nvSpPr>
        <p:spPr>
          <a:xfrm>
            <a:off x="2918025" y="27961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746" name="Google Shape;4746;p125"/>
          <p:cNvSpPr/>
          <p:nvPr/>
        </p:nvSpPr>
        <p:spPr>
          <a:xfrm>
            <a:off x="4859850" y="27961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747" name="Google Shape;4747;p125"/>
          <p:cNvSpPr/>
          <p:nvPr/>
        </p:nvSpPr>
        <p:spPr>
          <a:xfrm>
            <a:off x="2918025" y="3603550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748" name="Google Shape;4748;p125"/>
          <p:cNvSpPr/>
          <p:nvPr/>
        </p:nvSpPr>
        <p:spPr>
          <a:xfrm>
            <a:off x="6868475" y="35000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pic>
        <p:nvPicPr>
          <p:cNvPr descr="Image result for fail" id="4749" name="Google Shape;4749;p125"/>
          <p:cNvPicPr preferRelativeResize="0"/>
          <p:nvPr/>
        </p:nvPicPr>
        <p:blipFill rotWithShape="1">
          <a:blip r:embed="rId7">
            <a:alphaModFix/>
          </a:blip>
          <a:srcRect b="22186" l="0" r="0" t="21573"/>
          <a:stretch/>
        </p:blipFill>
        <p:spPr>
          <a:xfrm>
            <a:off x="4413897" y="2710128"/>
            <a:ext cx="558203" cy="313951"/>
          </a:xfrm>
          <a:prstGeom prst="rect">
            <a:avLst/>
          </a:prstGeom>
          <a:noFill/>
          <a:ln>
            <a:noFill/>
          </a:ln>
        </p:spPr>
      </p:pic>
      <p:sp>
        <p:nvSpPr>
          <p:cNvPr id="4750" name="Google Shape;4750;p125"/>
          <p:cNvSpPr/>
          <p:nvPr/>
        </p:nvSpPr>
        <p:spPr>
          <a:xfrm>
            <a:off x="6844563" y="2012344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751" name="Google Shape;4751;p125"/>
          <p:cNvSpPr/>
          <p:nvPr/>
        </p:nvSpPr>
        <p:spPr>
          <a:xfrm>
            <a:off x="5787864" y="1967144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55" name="Shape 4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6" name="Google Shape;4756;p12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Fator de replicação (FR)</a:t>
            </a:r>
            <a:endParaRPr/>
          </a:p>
        </p:txBody>
      </p:sp>
      <p:sp>
        <p:nvSpPr>
          <p:cNvPr id="4757" name="Google Shape;4757;p126"/>
          <p:cNvSpPr txBox="1"/>
          <p:nvPr>
            <p:ph idx="1" type="body"/>
          </p:nvPr>
        </p:nvSpPr>
        <p:spPr>
          <a:xfrm>
            <a:off x="-50" y="706400"/>
            <a:ext cx="91440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Define quantidade de vezes que um mesmo bloco será replicado entre datanodes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 ser definido globalmente ou individualmente, antes ou depois do armazenamento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Hadoop</a:t>
            </a:r>
            <a:r>
              <a:rPr lang="pt-BR"/>
              <a:t> garante que blocos serão sempre armazenados em datanodes distintos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Valor usual é 3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Hadoop oferece modo chamado </a:t>
            </a:r>
            <a:r>
              <a:rPr b="1" lang="pt-BR"/>
              <a:t>rack-aware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Garante que ao me</a:t>
            </a:r>
            <a:r>
              <a:rPr lang="pt-BR"/>
              <a:t>nos uma</a:t>
            </a:r>
            <a:r>
              <a:rPr lang="pt-BR"/>
              <a:t> cópia de um bloco esteja em um rack distinto do rack que possuem demais blocos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Minimiza impacto de falhas/manutenção em racks inteiros (alimentação/rede)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61" name="Shape 4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2" name="Google Shape;4762;p12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- FR = 3 em Rack-Aware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763" name="Google Shape;4763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764" name="Google Shape;4764;p12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765" name="Google Shape;4765;p127"/>
          <p:cNvCxnSpPr>
            <a:stCxn id="4764" idx="1"/>
            <a:endCxn id="4763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66" name="Google Shape;4766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67" name="Google Shape;4767;p127"/>
          <p:cNvCxnSpPr>
            <a:stCxn id="4764" idx="1"/>
            <a:endCxn id="4766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68" name="Google Shape;4768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69" name="Google Shape;4769;p127"/>
          <p:cNvCxnSpPr>
            <a:stCxn id="4764" idx="1"/>
            <a:endCxn id="4768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70" name="Google Shape;4770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1" name="Google Shape;4771;p127"/>
          <p:cNvCxnSpPr>
            <a:stCxn id="4764" idx="1"/>
            <a:endCxn id="4770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72" name="Google Shape;4772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773" name="Google Shape;4773;p12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774" name="Google Shape;4774;p127"/>
          <p:cNvCxnSpPr>
            <a:stCxn id="4773" idx="1"/>
            <a:endCxn id="4772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75" name="Google Shape;4775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6" name="Google Shape;4776;p127"/>
          <p:cNvCxnSpPr>
            <a:stCxn id="4773" idx="1"/>
            <a:endCxn id="4775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77" name="Google Shape;4777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8" name="Google Shape;4778;p127"/>
          <p:cNvCxnSpPr>
            <a:stCxn id="4773" idx="1"/>
            <a:endCxn id="4777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79" name="Google Shape;4779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80" name="Google Shape;4780;p127"/>
          <p:cNvCxnSpPr>
            <a:stCxn id="4773" idx="1"/>
            <a:endCxn id="4779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81" name="Google Shape;4781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782" name="Google Shape;4782;p12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783" name="Google Shape;4783;p127"/>
          <p:cNvCxnSpPr>
            <a:stCxn id="4782" idx="1"/>
            <a:endCxn id="4781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84" name="Google Shape;4784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85" name="Google Shape;4785;p127"/>
          <p:cNvCxnSpPr>
            <a:stCxn id="4782" idx="1"/>
            <a:endCxn id="4784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86" name="Google Shape;4786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87" name="Google Shape;4787;p127"/>
          <p:cNvCxnSpPr>
            <a:stCxn id="4782" idx="1"/>
            <a:endCxn id="4786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88" name="Google Shape;4788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89" name="Google Shape;4789;p127"/>
          <p:cNvCxnSpPr>
            <a:stCxn id="4782" idx="1"/>
            <a:endCxn id="4788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90" name="Google Shape;4790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791" name="Google Shape;4791;p12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792" name="Google Shape;4792;p127"/>
          <p:cNvCxnSpPr>
            <a:stCxn id="4791" idx="1"/>
            <a:endCxn id="4790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93" name="Google Shape;4793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4" name="Google Shape;4794;p127"/>
          <p:cNvCxnSpPr>
            <a:stCxn id="4791" idx="1"/>
            <a:endCxn id="4793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95" name="Google Shape;4795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6" name="Google Shape;4796;p127"/>
          <p:cNvCxnSpPr>
            <a:stCxn id="4791" idx="1"/>
            <a:endCxn id="4795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97" name="Google Shape;4797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8" name="Google Shape;4798;p127"/>
          <p:cNvCxnSpPr>
            <a:stCxn id="4791" idx="1"/>
            <a:endCxn id="4797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799" name="Google Shape;4799;p12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800" name="Google Shape;4800;p127"/>
          <p:cNvCxnSpPr>
            <a:stCxn id="4799" idx="2"/>
            <a:endCxn id="4773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1" name="Google Shape;4801;p127"/>
          <p:cNvCxnSpPr>
            <a:stCxn id="4791" idx="0"/>
            <a:endCxn id="4799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2" name="Google Shape;4802;p127"/>
          <p:cNvCxnSpPr>
            <a:stCxn id="4782" idx="0"/>
            <a:endCxn id="4799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3" name="Google Shape;4803;p127"/>
          <p:cNvCxnSpPr>
            <a:stCxn id="4799" idx="2"/>
            <a:endCxn id="4764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804" name="Google Shape;4804;p127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05" name="Google Shape;4805;p127"/>
          <p:cNvCxnSpPr>
            <a:stCxn id="4804" idx="3"/>
            <a:endCxn id="4799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6" name="Google Shape;4806;p127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7" name="Google Shape;4807;p127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8" name="Google Shape;4808;p127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9" name="Google Shape;4809;p127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0" name="Google Shape;4810;p127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1" name="Google Shape;4811;p127"/>
          <p:cNvSpPr/>
          <p:nvPr/>
        </p:nvSpPr>
        <p:spPr>
          <a:xfrm>
            <a:off x="2918025" y="27961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12" name="Google Shape;4812;p127"/>
          <p:cNvSpPr/>
          <p:nvPr/>
        </p:nvSpPr>
        <p:spPr>
          <a:xfrm>
            <a:off x="4859850" y="27961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13" name="Google Shape;4813;p127"/>
          <p:cNvSpPr/>
          <p:nvPr/>
        </p:nvSpPr>
        <p:spPr>
          <a:xfrm>
            <a:off x="2918025" y="3487493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14" name="Google Shape;4814;p127"/>
          <p:cNvSpPr/>
          <p:nvPr/>
        </p:nvSpPr>
        <p:spPr>
          <a:xfrm>
            <a:off x="6868475" y="35000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15" name="Google Shape;4815;p127"/>
          <p:cNvSpPr/>
          <p:nvPr/>
        </p:nvSpPr>
        <p:spPr>
          <a:xfrm>
            <a:off x="6844563" y="2012344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16" name="Google Shape;4816;p127"/>
          <p:cNvSpPr/>
          <p:nvPr/>
        </p:nvSpPr>
        <p:spPr>
          <a:xfrm>
            <a:off x="2915788" y="19487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17" name="Google Shape;4817;p127"/>
          <p:cNvSpPr/>
          <p:nvPr/>
        </p:nvSpPr>
        <p:spPr>
          <a:xfrm>
            <a:off x="967538" y="4274639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18" name="Google Shape;4818;p127"/>
          <p:cNvSpPr/>
          <p:nvPr/>
        </p:nvSpPr>
        <p:spPr>
          <a:xfrm>
            <a:off x="976200" y="2711638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19" name="Google Shape;4819;p127"/>
          <p:cNvSpPr/>
          <p:nvPr/>
        </p:nvSpPr>
        <p:spPr>
          <a:xfrm>
            <a:off x="6836100" y="4274643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20" name="Google Shape;4820;p127"/>
          <p:cNvSpPr/>
          <p:nvPr/>
        </p:nvSpPr>
        <p:spPr>
          <a:xfrm>
            <a:off x="4859850" y="35000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21" name="Google Shape;4821;p127"/>
          <p:cNvSpPr/>
          <p:nvPr/>
        </p:nvSpPr>
        <p:spPr>
          <a:xfrm>
            <a:off x="2918025" y="36435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22" name="Google Shape;4822;p127"/>
          <p:cNvSpPr/>
          <p:nvPr/>
        </p:nvSpPr>
        <p:spPr>
          <a:xfrm>
            <a:off x="976200" y="445738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26" name="Shape 4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7" name="Google Shape;4827;p12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- FR = 3 em Rack-Aware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828" name="Google Shape;4828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829" name="Google Shape;4829;p12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830" name="Google Shape;4830;p128"/>
          <p:cNvCxnSpPr>
            <a:stCxn id="4829" idx="1"/>
            <a:endCxn id="4828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31" name="Google Shape;4831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2" name="Google Shape;4832;p128"/>
          <p:cNvCxnSpPr>
            <a:stCxn id="4829" idx="1"/>
            <a:endCxn id="4831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33" name="Google Shape;4833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4" name="Google Shape;4834;p128"/>
          <p:cNvCxnSpPr>
            <a:stCxn id="4829" idx="1"/>
            <a:endCxn id="4833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35" name="Google Shape;4835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6" name="Google Shape;4836;p128"/>
          <p:cNvCxnSpPr>
            <a:stCxn id="4829" idx="1"/>
            <a:endCxn id="4835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37" name="Google Shape;4837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838" name="Google Shape;4838;p12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839" name="Google Shape;4839;p128"/>
          <p:cNvCxnSpPr>
            <a:stCxn id="4838" idx="1"/>
            <a:endCxn id="4837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40" name="Google Shape;4840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41" name="Google Shape;4841;p128"/>
          <p:cNvCxnSpPr>
            <a:stCxn id="4838" idx="1"/>
            <a:endCxn id="4840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42" name="Google Shape;4842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43" name="Google Shape;4843;p128"/>
          <p:cNvCxnSpPr>
            <a:stCxn id="4838" idx="1"/>
            <a:endCxn id="4842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44" name="Google Shape;4844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45" name="Google Shape;4845;p128"/>
          <p:cNvCxnSpPr>
            <a:stCxn id="4838" idx="1"/>
            <a:endCxn id="4844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46" name="Google Shape;4846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847" name="Google Shape;4847;p12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848" name="Google Shape;4848;p128"/>
          <p:cNvCxnSpPr>
            <a:stCxn id="4847" idx="1"/>
            <a:endCxn id="4846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49" name="Google Shape;4849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50" name="Google Shape;4850;p128"/>
          <p:cNvCxnSpPr>
            <a:stCxn id="4847" idx="1"/>
            <a:endCxn id="4849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51" name="Google Shape;4851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52" name="Google Shape;4852;p128"/>
          <p:cNvCxnSpPr>
            <a:stCxn id="4847" idx="1"/>
            <a:endCxn id="4851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53" name="Google Shape;4853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54" name="Google Shape;4854;p128"/>
          <p:cNvCxnSpPr>
            <a:stCxn id="4847" idx="1"/>
            <a:endCxn id="4853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55" name="Google Shape;4855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856" name="Google Shape;4856;p12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857" name="Google Shape;4857;p128"/>
          <p:cNvCxnSpPr>
            <a:stCxn id="4856" idx="1"/>
            <a:endCxn id="4855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58" name="Google Shape;4858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59" name="Google Shape;4859;p128"/>
          <p:cNvCxnSpPr>
            <a:stCxn id="4856" idx="1"/>
            <a:endCxn id="4858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60" name="Google Shape;4860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61" name="Google Shape;4861;p128"/>
          <p:cNvCxnSpPr>
            <a:stCxn id="4856" idx="1"/>
            <a:endCxn id="4860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62" name="Google Shape;4862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63" name="Google Shape;4863;p128"/>
          <p:cNvCxnSpPr>
            <a:stCxn id="4856" idx="1"/>
            <a:endCxn id="4862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864" name="Google Shape;4864;p12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865" name="Google Shape;4865;p128"/>
          <p:cNvCxnSpPr>
            <a:stCxn id="4864" idx="2"/>
            <a:endCxn id="4838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6" name="Google Shape;4866;p128"/>
          <p:cNvCxnSpPr>
            <a:stCxn id="4856" idx="0"/>
            <a:endCxn id="4864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7" name="Google Shape;4867;p128"/>
          <p:cNvCxnSpPr>
            <a:stCxn id="4847" idx="0"/>
            <a:endCxn id="4864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8" name="Google Shape;4868;p128"/>
          <p:cNvCxnSpPr>
            <a:stCxn id="4864" idx="2"/>
            <a:endCxn id="4829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869" name="Google Shape;4869;p128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70" name="Google Shape;4870;p128"/>
          <p:cNvCxnSpPr>
            <a:stCxn id="4869" idx="3"/>
            <a:endCxn id="4864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1" name="Google Shape;4871;p128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2" name="Google Shape;4872;p128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3" name="Google Shape;4873;p128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4" name="Google Shape;4874;p128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5" name="Google Shape;4875;p128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6" name="Google Shape;4876;p128"/>
          <p:cNvSpPr/>
          <p:nvPr/>
        </p:nvSpPr>
        <p:spPr>
          <a:xfrm>
            <a:off x="2918025" y="27961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77" name="Google Shape;4877;p128"/>
          <p:cNvSpPr/>
          <p:nvPr/>
        </p:nvSpPr>
        <p:spPr>
          <a:xfrm>
            <a:off x="4859850" y="27961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78" name="Google Shape;4878;p128"/>
          <p:cNvSpPr/>
          <p:nvPr/>
        </p:nvSpPr>
        <p:spPr>
          <a:xfrm>
            <a:off x="2918025" y="3487493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79" name="Google Shape;4879;p128"/>
          <p:cNvSpPr/>
          <p:nvPr/>
        </p:nvSpPr>
        <p:spPr>
          <a:xfrm>
            <a:off x="6868475" y="35000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80" name="Google Shape;4880;p128"/>
          <p:cNvSpPr/>
          <p:nvPr/>
        </p:nvSpPr>
        <p:spPr>
          <a:xfrm>
            <a:off x="6844563" y="2012344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81" name="Google Shape;4881;p128"/>
          <p:cNvSpPr/>
          <p:nvPr/>
        </p:nvSpPr>
        <p:spPr>
          <a:xfrm>
            <a:off x="2915788" y="19487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82" name="Google Shape;4882;p128"/>
          <p:cNvSpPr/>
          <p:nvPr/>
        </p:nvSpPr>
        <p:spPr>
          <a:xfrm>
            <a:off x="967538" y="4274639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83" name="Google Shape;4883;p128"/>
          <p:cNvSpPr/>
          <p:nvPr/>
        </p:nvSpPr>
        <p:spPr>
          <a:xfrm>
            <a:off x="976200" y="2711638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84" name="Google Shape;4884;p128"/>
          <p:cNvSpPr/>
          <p:nvPr/>
        </p:nvSpPr>
        <p:spPr>
          <a:xfrm>
            <a:off x="6836100" y="4274643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85" name="Google Shape;4885;p128"/>
          <p:cNvSpPr/>
          <p:nvPr/>
        </p:nvSpPr>
        <p:spPr>
          <a:xfrm>
            <a:off x="4859850" y="35000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86" name="Google Shape;4886;p128"/>
          <p:cNvSpPr/>
          <p:nvPr/>
        </p:nvSpPr>
        <p:spPr>
          <a:xfrm>
            <a:off x="2918025" y="36435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87" name="Google Shape;4887;p128"/>
          <p:cNvSpPr/>
          <p:nvPr/>
        </p:nvSpPr>
        <p:spPr>
          <a:xfrm>
            <a:off x="976200" y="445738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pic>
        <p:nvPicPr>
          <p:cNvPr descr="Image result for fail" id="4888" name="Google Shape;4888;p128"/>
          <p:cNvPicPr preferRelativeResize="0"/>
          <p:nvPr/>
        </p:nvPicPr>
        <p:blipFill rotWithShape="1">
          <a:blip r:embed="rId7">
            <a:alphaModFix/>
          </a:blip>
          <a:srcRect b="22186" l="0" r="0" t="21573"/>
          <a:stretch/>
        </p:blipFill>
        <p:spPr>
          <a:xfrm>
            <a:off x="4669597" y="2734466"/>
            <a:ext cx="558203" cy="313951"/>
          </a:xfrm>
          <a:prstGeom prst="rect">
            <a:avLst/>
          </a:prstGeom>
          <a:noFill/>
          <a:ln>
            <a:noFill/>
          </a:ln>
        </p:spPr>
      </p:pic>
      <p:sp>
        <p:nvSpPr>
          <p:cNvPr id="4889" name="Google Shape;4889;p128"/>
          <p:cNvSpPr txBox="1"/>
          <p:nvPr/>
        </p:nvSpPr>
        <p:spPr>
          <a:xfrm>
            <a:off x="5169325" y="2622925"/>
            <a:ext cx="1103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Calibri"/>
                <a:ea typeface="Calibri"/>
                <a:cs typeface="Calibri"/>
                <a:sym typeface="Calibri"/>
              </a:rPr>
              <a:t>datanode para 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Calibri"/>
                <a:ea typeface="Calibri"/>
                <a:cs typeface="Calibri"/>
                <a:sym typeface="Calibri"/>
              </a:rPr>
              <a:t>de enviar heartbeats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0" name="Google Shape;4890;p128"/>
          <p:cNvSpPr/>
          <p:nvPr/>
        </p:nvSpPr>
        <p:spPr>
          <a:xfrm>
            <a:off x="4859850" y="42618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891" name="Google Shape;4891;p128"/>
          <p:cNvSpPr/>
          <p:nvPr/>
        </p:nvSpPr>
        <p:spPr>
          <a:xfrm rot="10800000">
            <a:off x="5238839" y="4203944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2" name="Google Shape;4892;p128"/>
          <p:cNvSpPr txBox="1"/>
          <p:nvPr/>
        </p:nvSpPr>
        <p:spPr>
          <a:xfrm>
            <a:off x="5224224" y="4403750"/>
            <a:ext cx="12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Calibri"/>
                <a:ea typeface="Calibri"/>
                <a:cs typeface="Calibri"/>
                <a:sym typeface="Calibri"/>
              </a:rPr>
              <a:t>Nova réplica do bloco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Calibri"/>
                <a:ea typeface="Calibri"/>
                <a:cs typeface="Calibri"/>
                <a:sym typeface="Calibri"/>
              </a:rPr>
              <a:t>(prioridade mesmo rack)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3" name="Google Shape;4893;p128"/>
          <p:cNvSpPr/>
          <p:nvPr/>
        </p:nvSpPr>
        <p:spPr>
          <a:xfrm rot="10800000">
            <a:off x="5274964" y="3442156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4" name="Google Shape;4894;p128"/>
          <p:cNvSpPr/>
          <p:nvPr/>
        </p:nvSpPr>
        <p:spPr>
          <a:xfrm rot="10800000">
            <a:off x="7230614" y="1947394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98" name="Shape 4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9" name="Google Shape;4899;p12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- FR = 3 em Rack-Aware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900" name="Google Shape;4900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901" name="Google Shape;4901;p12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902" name="Google Shape;4902;p129"/>
          <p:cNvCxnSpPr>
            <a:stCxn id="4901" idx="1"/>
            <a:endCxn id="4900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03" name="Google Shape;4903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04" name="Google Shape;4904;p129"/>
          <p:cNvCxnSpPr>
            <a:stCxn id="4901" idx="1"/>
            <a:endCxn id="4903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05" name="Google Shape;4905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06" name="Google Shape;4906;p129"/>
          <p:cNvCxnSpPr>
            <a:stCxn id="4901" idx="1"/>
            <a:endCxn id="4905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07" name="Google Shape;4907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08" name="Google Shape;4908;p129"/>
          <p:cNvCxnSpPr>
            <a:stCxn id="4901" idx="1"/>
            <a:endCxn id="4907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09" name="Google Shape;4909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910" name="Google Shape;4910;p12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911" name="Google Shape;4911;p129"/>
          <p:cNvCxnSpPr>
            <a:stCxn id="4910" idx="1"/>
            <a:endCxn id="4909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12" name="Google Shape;4912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13" name="Google Shape;4913;p129"/>
          <p:cNvCxnSpPr>
            <a:stCxn id="4910" idx="1"/>
            <a:endCxn id="4912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14" name="Google Shape;4914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15" name="Google Shape;4915;p129"/>
          <p:cNvCxnSpPr>
            <a:stCxn id="4910" idx="1"/>
            <a:endCxn id="4914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16" name="Google Shape;4916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17" name="Google Shape;4917;p129"/>
          <p:cNvCxnSpPr>
            <a:stCxn id="4910" idx="1"/>
            <a:endCxn id="4916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18" name="Google Shape;4918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919" name="Google Shape;4919;p12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920" name="Google Shape;4920;p129"/>
          <p:cNvCxnSpPr>
            <a:stCxn id="4919" idx="1"/>
            <a:endCxn id="4918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21" name="Google Shape;4921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22" name="Google Shape;4922;p129"/>
          <p:cNvCxnSpPr>
            <a:stCxn id="4919" idx="1"/>
            <a:endCxn id="4921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23" name="Google Shape;4923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24" name="Google Shape;4924;p129"/>
          <p:cNvCxnSpPr>
            <a:stCxn id="4919" idx="1"/>
            <a:endCxn id="4923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25" name="Google Shape;4925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26" name="Google Shape;4926;p129"/>
          <p:cNvCxnSpPr>
            <a:stCxn id="4919" idx="1"/>
            <a:endCxn id="4925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27" name="Google Shape;4927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4928" name="Google Shape;4928;p12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929" name="Google Shape;4929;p129"/>
          <p:cNvCxnSpPr>
            <a:stCxn id="4928" idx="1"/>
            <a:endCxn id="4927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30" name="Google Shape;4930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1" name="Google Shape;4931;p129"/>
          <p:cNvCxnSpPr>
            <a:stCxn id="4928" idx="1"/>
            <a:endCxn id="4930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32" name="Google Shape;4932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3" name="Google Shape;4933;p129"/>
          <p:cNvCxnSpPr>
            <a:stCxn id="4928" idx="1"/>
            <a:endCxn id="4932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34" name="Google Shape;4934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5" name="Google Shape;4935;p129"/>
          <p:cNvCxnSpPr>
            <a:stCxn id="4928" idx="1"/>
            <a:endCxn id="4934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4936" name="Google Shape;4936;p12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937" name="Google Shape;4937;p129"/>
          <p:cNvCxnSpPr>
            <a:stCxn id="4936" idx="2"/>
            <a:endCxn id="4910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8" name="Google Shape;4938;p129"/>
          <p:cNvCxnSpPr>
            <a:stCxn id="4928" idx="0"/>
            <a:endCxn id="4936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9" name="Google Shape;4939;p129"/>
          <p:cNvCxnSpPr>
            <a:stCxn id="4919" idx="0"/>
            <a:endCxn id="4936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0" name="Google Shape;4940;p129"/>
          <p:cNvCxnSpPr>
            <a:stCxn id="4936" idx="2"/>
            <a:endCxn id="4901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4941" name="Google Shape;4941;p129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42" name="Google Shape;4942;p129"/>
          <p:cNvCxnSpPr>
            <a:stCxn id="4941" idx="3"/>
            <a:endCxn id="4936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3" name="Google Shape;4943;p129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4" name="Google Shape;4944;p129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5" name="Google Shape;4945;p129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6" name="Google Shape;4946;p129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7" name="Google Shape;4947;p129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8" name="Google Shape;4948;p129"/>
          <p:cNvSpPr/>
          <p:nvPr/>
        </p:nvSpPr>
        <p:spPr>
          <a:xfrm>
            <a:off x="2918025" y="27961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49" name="Google Shape;4949;p129"/>
          <p:cNvSpPr/>
          <p:nvPr/>
        </p:nvSpPr>
        <p:spPr>
          <a:xfrm>
            <a:off x="4859850" y="27961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0" name="Google Shape;4950;p129"/>
          <p:cNvSpPr/>
          <p:nvPr/>
        </p:nvSpPr>
        <p:spPr>
          <a:xfrm>
            <a:off x="2918025" y="3487493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1" name="Google Shape;4951;p129"/>
          <p:cNvSpPr/>
          <p:nvPr/>
        </p:nvSpPr>
        <p:spPr>
          <a:xfrm>
            <a:off x="6868475" y="35000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2" name="Google Shape;4952;p129"/>
          <p:cNvSpPr/>
          <p:nvPr/>
        </p:nvSpPr>
        <p:spPr>
          <a:xfrm>
            <a:off x="6844563" y="2012344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3" name="Google Shape;4953;p129"/>
          <p:cNvSpPr/>
          <p:nvPr/>
        </p:nvSpPr>
        <p:spPr>
          <a:xfrm>
            <a:off x="2915788" y="1948764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4" name="Google Shape;4954;p129"/>
          <p:cNvSpPr/>
          <p:nvPr/>
        </p:nvSpPr>
        <p:spPr>
          <a:xfrm>
            <a:off x="967538" y="4274639"/>
            <a:ext cx="236700" cy="1419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x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5" name="Google Shape;4955;p129"/>
          <p:cNvSpPr/>
          <p:nvPr/>
        </p:nvSpPr>
        <p:spPr>
          <a:xfrm>
            <a:off x="976200" y="2711638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6" name="Google Shape;4956;p129"/>
          <p:cNvSpPr/>
          <p:nvPr/>
        </p:nvSpPr>
        <p:spPr>
          <a:xfrm>
            <a:off x="6836100" y="4274643"/>
            <a:ext cx="236700" cy="76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y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7" name="Google Shape;4957;p129"/>
          <p:cNvSpPr/>
          <p:nvPr/>
        </p:nvSpPr>
        <p:spPr>
          <a:xfrm>
            <a:off x="4859850" y="3500050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8" name="Google Shape;4958;p129"/>
          <p:cNvSpPr/>
          <p:nvPr/>
        </p:nvSpPr>
        <p:spPr>
          <a:xfrm>
            <a:off x="2918025" y="364353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59" name="Google Shape;4959;p129"/>
          <p:cNvSpPr/>
          <p:nvPr/>
        </p:nvSpPr>
        <p:spPr>
          <a:xfrm>
            <a:off x="976200" y="4457389"/>
            <a:ext cx="236700" cy="141900"/>
          </a:xfrm>
          <a:prstGeom prst="rect">
            <a:avLst/>
          </a:prstGeom>
          <a:solidFill>
            <a:srgbClr val="00CE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w</a:t>
            </a:r>
            <a:endParaRPr b="1" sz="600">
              <a:solidFill>
                <a:srgbClr val="FFFFFF"/>
              </a:solidFill>
            </a:endParaRPr>
          </a:p>
        </p:txBody>
      </p:sp>
      <p:pic>
        <p:nvPicPr>
          <p:cNvPr descr="Image result for fail" id="4960" name="Google Shape;4960;p129"/>
          <p:cNvPicPr preferRelativeResize="0"/>
          <p:nvPr/>
        </p:nvPicPr>
        <p:blipFill rotWithShape="1">
          <a:blip r:embed="rId7">
            <a:alphaModFix/>
          </a:blip>
          <a:srcRect b="22186" l="0" r="0" t="21573"/>
          <a:stretch/>
        </p:blipFill>
        <p:spPr>
          <a:xfrm>
            <a:off x="4803034" y="1308128"/>
            <a:ext cx="558203" cy="313951"/>
          </a:xfrm>
          <a:prstGeom prst="rect">
            <a:avLst/>
          </a:prstGeom>
          <a:noFill/>
          <a:ln>
            <a:noFill/>
          </a:ln>
        </p:spPr>
      </p:pic>
      <p:sp>
        <p:nvSpPr>
          <p:cNvPr id="4961" name="Google Shape;4961;p129"/>
          <p:cNvSpPr txBox="1"/>
          <p:nvPr/>
        </p:nvSpPr>
        <p:spPr>
          <a:xfrm>
            <a:off x="5249438" y="1551550"/>
            <a:ext cx="1103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Calibri"/>
                <a:ea typeface="Calibri"/>
                <a:cs typeface="Calibri"/>
                <a:sym typeface="Calibri"/>
              </a:rPr>
              <a:t>Rack inteiro falha (rede, energia)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fail" id="4962" name="Google Shape;4962;p129"/>
          <p:cNvPicPr preferRelativeResize="0"/>
          <p:nvPr/>
        </p:nvPicPr>
        <p:blipFill rotWithShape="1">
          <a:blip r:embed="rId7">
            <a:alphaModFix/>
          </a:blip>
          <a:srcRect b="22186" l="0" r="0" t="21573"/>
          <a:stretch/>
        </p:blipFill>
        <p:spPr>
          <a:xfrm>
            <a:off x="4747197" y="1910428"/>
            <a:ext cx="558203" cy="313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il" id="4963" name="Google Shape;4963;p129"/>
          <p:cNvPicPr preferRelativeResize="0"/>
          <p:nvPr/>
        </p:nvPicPr>
        <p:blipFill rotWithShape="1">
          <a:blip r:embed="rId7">
            <a:alphaModFix/>
          </a:blip>
          <a:srcRect b="22186" l="0" r="0" t="21573"/>
          <a:stretch/>
        </p:blipFill>
        <p:spPr>
          <a:xfrm>
            <a:off x="4675247" y="2705241"/>
            <a:ext cx="558203" cy="313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il" id="4964" name="Google Shape;4964;p129"/>
          <p:cNvPicPr preferRelativeResize="0"/>
          <p:nvPr/>
        </p:nvPicPr>
        <p:blipFill rotWithShape="1">
          <a:blip r:embed="rId7">
            <a:alphaModFix/>
          </a:blip>
          <a:srcRect b="22186" l="0" r="0" t="21573"/>
          <a:stretch/>
        </p:blipFill>
        <p:spPr>
          <a:xfrm>
            <a:off x="4669597" y="3484816"/>
            <a:ext cx="558203" cy="313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il" id="4965" name="Google Shape;4965;p129"/>
          <p:cNvPicPr preferRelativeResize="0"/>
          <p:nvPr/>
        </p:nvPicPr>
        <p:blipFill rotWithShape="1">
          <a:blip r:embed="rId7">
            <a:alphaModFix/>
          </a:blip>
          <a:srcRect b="22186" l="0" r="0" t="21573"/>
          <a:stretch/>
        </p:blipFill>
        <p:spPr>
          <a:xfrm>
            <a:off x="4734397" y="4259516"/>
            <a:ext cx="558203" cy="313951"/>
          </a:xfrm>
          <a:prstGeom prst="rect">
            <a:avLst/>
          </a:prstGeom>
          <a:noFill/>
          <a:ln>
            <a:noFill/>
          </a:ln>
        </p:spPr>
      </p:pic>
      <p:sp>
        <p:nvSpPr>
          <p:cNvPr id="4966" name="Google Shape;4966;p129"/>
          <p:cNvSpPr/>
          <p:nvPr/>
        </p:nvSpPr>
        <p:spPr>
          <a:xfrm rot="10800000">
            <a:off x="7230614" y="1947394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7" name="Google Shape;4967;p129"/>
          <p:cNvSpPr/>
          <p:nvPr/>
        </p:nvSpPr>
        <p:spPr>
          <a:xfrm rot="10800000">
            <a:off x="7284914" y="2664281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8" name="Google Shape;4968;p129"/>
          <p:cNvSpPr txBox="1"/>
          <p:nvPr/>
        </p:nvSpPr>
        <p:spPr>
          <a:xfrm>
            <a:off x="7270299" y="2864088"/>
            <a:ext cx="12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Calibri"/>
                <a:ea typeface="Calibri"/>
                <a:cs typeface="Calibri"/>
                <a:sym typeface="Calibri"/>
              </a:rPr>
              <a:t>Nova réplica do bloco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9" name="Google Shape;4969;p129"/>
          <p:cNvSpPr/>
          <p:nvPr/>
        </p:nvSpPr>
        <p:spPr>
          <a:xfrm rot="10800000">
            <a:off x="1412114" y="2793131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0" name="Google Shape;4970;p129"/>
          <p:cNvSpPr txBox="1"/>
          <p:nvPr/>
        </p:nvSpPr>
        <p:spPr>
          <a:xfrm>
            <a:off x="1157632" y="2992938"/>
            <a:ext cx="1259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Calibri"/>
                <a:ea typeface="Calibri"/>
                <a:cs typeface="Calibri"/>
                <a:sym typeface="Calibri"/>
              </a:rPr>
              <a:t>Nova réplica do bloco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(prioridade rack distinto)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1" name="Google Shape;4971;p129"/>
          <p:cNvSpPr/>
          <p:nvPr/>
        </p:nvSpPr>
        <p:spPr>
          <a:xfrm>
            <a:off x="981176" y="2862044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4972" name="Google Shape;4972;p129"/>
          <p:cNvSpPr/>
          <p:nvPr/>
        </p:nvSpPr>
        <p:spPr>
          <a:xfrm>
            <a:off x="6848988" y="2731282"/>
            <a:ext cx="236700" cy="1419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</a:rPr>
              <a:t>v</a:t>
            </a:r>
            <a:endParaRPr b="1" sz="6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76" name="Shape 4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7" name="Google Shape;4977;p13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Replicação é cara</a:t>
            </a:r>
            <a:endParaRPr/>
          </a:p>
        </p:txBody>
      </p:sp>
      <p:sp>
        <p:nvSpPr>
          <p:cNvPr id="4978" name="Google Shape;4978;p130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Hadoop 2.x oferece </a:t>
            </a:r>
            <a:r>
              <a:rPr lang="pt-BR"/>
              <a:t>políticas</a:t>
            </a:r>
            <a:r>
              <a:rPr lang="pt-BR"/>
              <a:t> alternativas para minimizar o custo da replicação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Hadoop 3.x oferece erasure coding (paridade)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FR ainda é a forma mais utilizada, especialmente por conta do custo de armazenamento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82" name="Shape 4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3" name="Google Shape;4983;p13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Alta disponibilidade</a:t>
            </a:r>
            <a:endParaRPr/>
          </a:p>
        </p:txBody>
      </p:sp>
      <p:sp>
        <p:nvSpPr>
          <p:cNvPr id="4984" name="Google Shape;4984;p131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Alguém sabe a diferença entre alta disponibilidade e tolerância a falhas?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88" name="Shape 4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9" name="Google Shape;4989;p132"/>
          <p:cNvSpPr txBox="1"/>
          <p:nvPr/>
        </p:nvSpPr>
        <p:spPr>
          <a:xfrm>
            <a:off x="4070450" y="2922025"/>
            <a:ext cx="1402800" cy="72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0" name="Google Shape;4990;p13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Alta disponibilidade</a:t>
            </a:r>
            <a:endParaRPr/>
          </a:p>
        </p:txBody>
      </p:sp>
      <p:sp>
        <p:nvSpPr>
          <p:cNvPr id="4991" name="Google Shape;4991;p132"/>
          <p:cNvSpPr txBox="1"/>
          <p:nvPr>
            <p:ph idx="1" type="body"/>
          </p:nvPr>
        </p:nvSpPr>
        <p:spPr>
          <a:xfrm>
            <a:off x="199750" y="706405"/>
            <a:ext cx="8944200" cy="18654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Percentual de tempo em que o sistema está disponível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Tolerância a falhas permite que o sistema inteiro, ou parte dele, continue disponível em caso de falhas (problemas em um rack inteiro, problemas de disco em um node)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Hadoop tem um ponto único que pode deixar o sistema totalmente indisponível</a:t>
            </a:r>
            <a:endParaRPr/>
          </a:p>
        </p:txBody>
      </p:sp>
      <p:pic>
        <p:nvPicPr>
          <p:cNvPr id="4992" name="Google Shape;4992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464" y="2960854"/>
            <a:ext cx="487943" cy="647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96" name="Shape 4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" name="Google Shape;4997;p13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Resolvendo o problema do ponto único de falha do Hadoop</a:t>
            </a:r>
            <a:endParaRPr sz="2600"/>
          </a:p>
        </p:txBody>
      </p:sp>
      <p:sp>
        <p:nvSpPr>
          <p:cNvPr id="4998" name="Google Shape;4998;p133"/>
          <p:cNvSpPr txBox="1"/>
          <p:nvPr>
            <p:ph idx="1" type="body"/>
          </p:nvPr>
        </p:nvSpPr>
        <p:spPr>
          <a:xfrm>
            <a:off x="-50" y="435900"/>
            <a:ext cx="9144000" cy="18684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Backup - Quorum Journal Manager (QJM)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BR" sz="1300"/>
              <a:t>Mantém o HDFS Namespace (editlog) em três nodes quaisquer do cluster (datanodes em racks distintos, por exemplo)</a:t>
            </a:r>
            <a:br>
              <a:rPr lang="pt-BR" sz="1300"/>
            </a:br>
            <a:endParaRPr sz="13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Standby Namenode (SBNN)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BR" sz="1300"/>
              <a:t>Monitora o estado e assume a posição do namenode em caso de falha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BR" sz="1300"/>
              <a:t>Sync é feito através do QJM (SBNN também pode receber HBeats/relatório de blocos dos datanodes para melhor sync)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4999" name="Google Shape;4999;p133"/>
          <p:cNvPicPr preferRelativeResize="0"/>
          <p:nvPr/>
        </p:nvPicPr>
        <p:blipFill rotWithShape="1">
          <a:blip r:embed="rId3">
            <a:alphaModFix/>
          </a:blip>
          <a:srcRect b="32758" l="13812" r="34857" t="28238"/>
          <a:stretch/>
        </p:blipFill>
        <p:spPr>
          <a:xfrm>
            <a:off x="705300" y="2269012"/>
            <a:ext cx="6803501" cy="2915774"/>
          </a:xfrm>
          <a:prstGeom prst="rect">
            <a:avLst/>
          </a:prstGeom>
          <a:noFill/>
          <a:ln>
            <a:noFill/>
          </a:ln>
        </p:spPr>
      </p:pic>
      <p:sp>
        <p:nvSpPr>
          <p:cNvPr id="5000" name="Google Shape;5000;p133"/>
          <p:cNvSpPr txBox="1"/>
          <p:nvPr/>
        </p:nvSpPr>
        <p:spPr>
          <a:xfrm>
            <a:off x="3176650" y="4203862"/>
            <a:ext cx="1402800" cy="72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1" name="Google Shape;5001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664" y="4242691"/>
            <a:ext cx="487943" cy="647285"/>
          </a:xfrm>
          <a:prstGeom prst="rect">
            <a:avLst/>
          </a:prstGeom>
          <a:noFill/>
          <a:ln>
            <a:noFill/>
          </a:ln>
        </p:spPr>
      </p:pic>
      <p:sp>
        <p:nvSpPr>
          <p:cNvPr id="5002" name="Google Shape;5002;p133"/>
          <p:cNvSpPr txBox="1"/>
          <p:nvPr/>
        </p:nvSpPr>
        <p:spPr>
          <a:xfrm>
            <a:off x="7159650" y="4356262"/>
            <a:ext cx="1402800" cy="72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Standby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3" name="Google Shape;5003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9664" y="4395091"/>
            <a:ext cx="487943" cy="647285"/>
          </a:xfrm>
          <a:prstGeom prst="rect">
            <a:avLst/>
          </a:prstGeom>
          <a:noFill/>
          <a:ln>
            <a:noFill/>
          </a:ln>
        </p:spPr>
      </p:pic>
      <p:sp>
        <p:nvSpPr>
          <p:cNvPr id="5004" name="Google Shape;5004;p133"/>
          <p:cNvSpPr txBox="1"/>
          <p:nvPr/>
        </p:nvSpPr>
        <p:spPr>
          <a:xfrm>
            <a:off x="5756850" y="4373281"/>
            <a:ext cx="1402800" cy="72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5" name="Google Shape;5005;p133"/>
          <p:cNvSpPr txBox="1"/>
          <p:nvPr/>
        </p:nvSpPr>
        <p:spPr>
          <a:xfrm>
            <a:off x="5618987" y="4333425"/>
            <a:ext cx="1402800" cy="72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6" name="Google Shape;5006;p133"/>
          <p:cNvSpPr txBox="1"/>
          <p:nvPr/>
        </p:nvSpPr>
        <p:spPr>
          <a:xfrm>
            <a:off x="7174187" y="4189334"/>
            <a:ext cx="1402800" cy="16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7" name="Google Shape;5007;p133"/>
          <p:cNvSpPr txBox="1"/>
          <p:nvPr/>
        </p:nvSpPr>
        <p:spPr>
          <a:xfrm>
            <a:off x="7145113" y="4156747"/>
            <a:ext cx="1402800" cy="16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zookeeper" id="5008" name="Google Shape;5008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6371" y="4395090"/>
            <a:ext cx="806354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5009" name="Google Shape;5009;p133"/>
          <p:cNvCxnSpPr>
            <a:stCxn id="5000" idx="3"/>
            <a:endCxn id="5008" idx="1"/>
          </p:cNvCxnSpPr>
          <p:nvPr/>
        </p:nvCxnSpPr>
        <p:spPr>
          <a:xfrm>
            <a:off x="4579450" y="4564912"/>
            <a:ext cx="886800" cy="480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5010" name="Google Shape;5010;p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6400" y="4450513"/>
            <a:ext cx="487925" cy="487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1" name="Google Shape;5011;p133"/>
          <p:cNvCxnSpPr>
            <a:stCxn id="5008" idx="3"/>
          </p:cNvCxnSpPr>
          <p:nvPr/>
        </p:nvCxnSpPr>
        <p:spPr>
          <a:xfrm>
            <a:off x="6272725" y="4613040"/>
            <a:ext cx="901500" cy="278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5012" name="Google Shape;5012;p1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01802" y="4322344"/>
            <a:ext cx="207975" cy="207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5013" name="Google Shape;5013;p1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9778" y="4304887"/>
            <a:ext cx="242913" cy="2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17" name="Shape 5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" name="Google Shape;5018;p13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Resolvendo o problema do ponto único de falha do Hadoop</a:t>
            </a:r>
            <a:endParaRPr sz="2600"/>
          </a:p>
        </p:txBody>
      </p:sp>
      <p:sp>
        <p:nvSpPr>
          <p:cNvPr id="5019" name="Google Shape;5019;p134"/>
          <p:cNvSpPr txBox="1"/>
          <p:nvPr>
            <p:ph idx="1" type="body"/>
          </p:nvPr>
        </p:nvSpPr>
        <p:spPr>
          <a:xfrm>
            <a:off x="-50" y="435900"/>
            <a:ext cx="9144000" cy="1592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Alternativa ao QJM: Secondary Namenode (SNN)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Em caso de uma falha/reinício, </a:t>
            </a:r>
            <a:r>
              <a:rPr b="1" lang="pt-BR" sz="1600"/>
              <a:t>fsImage</a:t>
            </a:r>
            <a:r>
              <a:rPr lang="pt-BR" sz="1600"/>
              <a:t> pode ser reconstruído através do </a:t>
            </a:r>
            <a:r>
              <a:rPr b="1" lang="pt-BR" sz="1600"/>
              <a:t>editLog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Reconstrução é lenta para clusters sob stress. SNN é solução para restart rápido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SNN faz merges constantes (checkpoints) entre o editLog e um </a:t>
            </a:r>
            <a:r>
              <a:rPr b="1" lang="pt-BR" sz="1600"/>
              <a:t>fsImage em disco (truncado)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5020" name="Google Shape;5020;p134"/>
          <p:cNvPicPr preferRelativeResize="0"/>
          <p:nvPr/>
        </p:nvPicPr>
        <p:blipFill rotWithShape="1">
          <a:blip r:embed="rId3">
            <a:alphaModFix/>
          </a:blip>
          <a:srcRect b="20254" l="34229" r="9266" t="12721"/>
          <a:stretch/>
        </p:blipFill>
        <p:spPr>
          <a:xfrm>
            <a:off x="2879301" y="2116188"/>
            <a:ext cx="2099750" cy="13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1" name="Google Shape;5021;p134"/>
          <p:cNvSpPr txBox="1"/>
          <p:nvPr/>
        </p:nvSpPr>
        <p:spPr>
          <a:xfrm>
            <a:off x="676000" y="2116200"/>
            <a:ext cx="3707100" cy="28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Namenode mantém: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fsImage em memória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editLog no disco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log icon" id="5022" name="Google Shape;5022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2925" y="4106325"/>
            <a:ext cx="983350" cy="98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5023" name="Google Shape;5023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5225" y="3928347"/>
            <a:ext cx="603825" cy="6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4" name="Google Shape;5024;p134"/>
          <p:cNvSpPr txBox="1"/>
          <p:nvPr/>
        </p:nvSpPr>
        <p:spPr>
          <a:xfrm>
            <a:off x="5458800" y="2435000"/>
            <a:ext cx="41868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Estado “final”/corrente do FS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5" name="Google Shape;5025;p134"/>
          <p:cNvSpPr txBox="1"/>
          <p:nvPr/>
        </p:nvSpPr>
        <p:spPr>
          <a:xfrm>
            <a:off x="5458800" y="4187600"/>
            <a:ext cx="35544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Calibri"/>
                <a:ea typeface="Calibri"/>
                <a:cs typeface="Calibri"/>
                <a:sym typeface="Calibri"/>
              </a:rPr>
              <a:t>Ledger (livro-registro) com todas as operações.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Calibri"/>
                <a:ea typeface="Calibri"/>
                <a:cs typeface="Calibri"/>
                <a:sym typeface="Calibri"/>
              </a:rPr>
              <a:t>Usado para recuperar-se de falhas. Custoso para revisitar. Checkpoints indicam estados consistentes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29" name="Shape 5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0" name="Google Shape;5030;p135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YARN</a:t>
            </a:r>
            <a:endParaRPr/>
          </a:p>
        </p:txBody>
      </p:sp>
      <p:sp>
        <p:nvSpPr>
          <p:cNvPr id="5031" name="Google Shape;5031;p135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35" name="Shape 5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6" name="Google Shape;5036;p13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</a:t>
            </a:r>
            <a:endParaRPr/>
          </a:p>
        </p:txBody>
      </p:sp>
      <p:sp>
        <p:nvSpPr>
          <p:cNvPr id="5037" name="Google Shape;5037;p136"/>
          <p:cNvSpPr/>
          <p:nvPr/>
        </p:nvSpPr>
        <p:spPr>
          <a:xfrm>
            <a:off x="770475" y="1889850"/>
            <a:ext cx="7980900" cy="324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8" name="Google Shape;5038;p136"/>
          <p:cNvSpPr/>
          <p:nvPr/>
        </p:nvSpPr>
        <p:spPr>
          <a:xfrm>
            <a:off x="1596575" y="2246175"/>
            <a:ext cx="8754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dk1"/>
                </a:solidFill>
              </a:rPr>
              <a:t>MapReduce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5039" name="Google Shape;5039;p136"/>
          <p:cNvSpPr/>
          <p:nvPr/>
        </p:nvSpPr>
        <p:spPr>
          <a:xfrm>
            <a:off x="1594100" y="3391675"/>
            <a:ext cx="6412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HDFS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Sistema de Arquivos Distribuído</a:t>
            </a:r>
            <a:endParaRPr b="1"/>
          </a:p>
        </p:txBody>
      </p:sp>
      <p:sp>
        <p:nvSpPr>
          <p:cNvPr id="5040" name="Google Shape;5040;p136"/>
          <p:cNvSpPr/>
          <p:nvPr/>
        </p:nvSpPr>
        <p:spPr>
          <a:xfrm>
            <a:off x="1594100" y="4105425"/>
            <a:ext cx="6412200" cy="661500"/>
          </a:xfrm>
          <a:prstGeom prst="rect">
            <a:avLst/>
          </a:prstGeom>
          <a:noFill/>
          <a:ln cap="flat" cmpd="sng" w="9525">
            <a:solidFill>
              <a:srgbClr val="307B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erver icon" id="5041" name="Google Shape;5041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27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42" name="Google Shape;5042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69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43" name="Google Shape;5043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011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44" name="Google Shape;5044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537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45" name="Google Shape;5045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95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46" name="Google Shape;5046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66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47" name="Google Shape;5047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08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48" name="Google Shape;5048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9511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49" name="Google Shape;5049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933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50" name="Google Shape;5050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35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51" name="Google Shape;5051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7028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52" name="Google Shape;505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366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53" name="Google Shape;5053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7073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54" name="Google Shape;5054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9411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55" name="Google Shape;5055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130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56" name="Google Shape;5056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7028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57" name="Google Shape;5057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366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58" name="Google Shape;5058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7073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59" name="Google Shape;5059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9411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60" name="Google Shape;5060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130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61" name="Google Shape;5061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06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62" name="Google Shape;5062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486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63" name="Google Shape;5063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908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64" name="Google Shape;5064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33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65" name="Google Shape;5065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753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66" name="Google Shape;5066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46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67" name="Google Shape;5067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882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68" name="Google Shape;5068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30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69" name="Google Shape;5069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2727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70" name="Google Shape;5070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149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71" name="Google Shape;5071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7822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72" name="Google Shape;507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0160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73" name="Google Shape;5073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7867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74" name="Google Shape;5074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205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75" name="Google Shape;5075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8924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76" name="Google Shape;5076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7822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77" name="Google Shape;5077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0160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78" name="Google Shape;5078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7867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79" name="Google Shape;5079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205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080" name="Google Shape;5080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8924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81" name="Google Shape;5081;p136"/>
          <p:cNvSpPr/>
          <p:nvPr/>
        </p:nvSpPr>
        <p:spPr>
          <a:xfrm>
            <a:off x="1594100" y="2961425"/>
            <a:ext cx="6412200" cy="37800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YARN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</a:rPr>
              <a:t>Gerenciador de Recursos</a:t>
            </a:r>
            <a:endParaRPr b="1" sz="1300"/>
          </a:p>
        </p:txBody>
      </p:sp>
      <p:sp>
        <p:nvSpPr>
          <p:cNvPr id="5082" name="Google Shape;5082;p136"/>
          <p:cNvSpPr/>
          <p:nvPr/>
        </p:nvSpPr>
        <p:spPr>
          <a:xfrm>
            <a:off x="4355292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5083" name="Google Shape;5083;p136"/>
          <p:cNvSpPr/>
          <p:nvPr/>
        </p:nvSpPr>
        <p:spPr>
          <a:xfrm>
            <a:off x="3434228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5084" name="Google Shape;5084;p136"/>
          <p:cNvSpPr/>
          <p:nvPr/>
        </p:nvSpPr>
        <p:spPr>
          <a:xfrm>
            <a:off x="2515402" y="22461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5085" name="Google Shape;5085;p136"/>
          <p:cNvSpPr txBox="1"/>
          <p:nvPr/>
        </p:nvSpPr>
        <p:spPr>
          <a:xfrm>
            <a:off x="3390883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Memória / Stream</a:t>
            </a:r>
            <a:endParaRPr sz="600"/>
          </a:p>
        </p:txBody>
      </p:sp>
      <p:sp>
        <p:nvSpPr>
          <p:cNvPr id="5086" name="Google Shape;5086;p136"/>
          <p:cNvSpPr txBox="1"/>
          <p:nvPr/>
        </p:nvSpPr>
        <p:spPr>
          <a:xfrm>
            <a:off x="2523044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Stream</a:t>
            </a:r>
            <a:endParaRPr b="1" sz="600">
              <a:solidFill>
                <a:schemeClr val="dk1"/>
              </a:solidFill>
            </a:endParaRPr>
          </a:p>
        </p:txBody>
      </p:sp>
      <p:pic>
        <p:nvPicPr>
          <p:cNvPr descr="Image result for spark" id="5087" name="Google Shape;5087;p136"/>
          <p:cNvPicPr preferRelativeResize="0"/>
          <p:nvPr/>
        </p:nvPicPr>
        <p:blipFill rotWithShape="1">
          <a:blip r:embed="rId5">
            <a:alphaModFix/>
          </a:blip>
          <a:srcRect b="31866" l="0" r="0" t="0"/>
          <a:stretch/>
        </p:blipFill>
        <p:spPr>
          <a:xfrm>
            <a:off x="3559438" y="2360844"/>
            <a:ext cx="627200" cy="29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pache storm" id="5088" name="Google Shape;5088;p1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9500" y="2448516"/>
            <a:ext cx="627200" cy="228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olr apache" id="5089" name="Google Shape;5089;p1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4375" y="2399208"/>
            <a:ext cx="520842" cy="298475"/>
          </a:xfrm>
          <a:prstGeom prst="rect">
            <a:avLst/>
          </a:prstGeom>
          <a:noFill/>
          <a:ln>
            <a:noFill/>
          </a:ln>
        </p:spPr>
      </p:pic>
      <p:sp>
        <p:nvSpPr>
          <p:cNvPr id="5090" name="Google Shape;5090;p136"/>
          <p:cNvSpPr txBox="1"/>
          <p:nvPr/>
        </p:nvSpPr>
        <p:spPr>
          <a:xfrm>
            <a:off x="4312551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Busca</a:t>
            </a:r>
            <a:endParaRPr sz="600"/>
          </a:p>
        </p:txBody>
      </p:sp>
      <p:sp>
        <p:nvSpPr>
          <p:cNvPr id="5091" name="Google Shape;5091;p136"/>
          <p:cNvSpPr txBox="1"/>
          <p:nvPr/>
        </p:nvSpPr>
        <p:spPr>
          <a:xfrm>
            <a:off x="1594107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Lote</a:t>
            </a:r>
            <a:endParaRPr b="1" sz="600">
              <a:solidFill>
                <a:schemeClr val="dk1"/>
              </a:solidFill>
            </a:endParaRPr>
          </a:p>
        </p:txBody>
      </p:sp>
      <p:pic>
        <p:nvPicPr>
          <p:cNvPr descr="Image result for server icon" id="5092" name="Google Shape;5092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395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93" name="Google Shape;5093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817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94" name="Google Shape;5094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240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95" name="Google Shape;5095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8662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96" name="Google Shape;5096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108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97" name="Google Shape;5097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791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98" name="Google Shape;5098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14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099" name="Google Shape;5099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5636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100" name="Google Shape;5100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805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101" name="Google Shape;5101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0481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02" name="Google Shape;510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3153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03" name="Google Shape;5103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491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04" name="Google Shape;5104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198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05" name="Google Shape;5105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5537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06" name="Google Shape;5106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4255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07" name="Google Shape;5107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3153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08" name="Google Shape;5108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491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09" name="Google Shape;5109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198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10" name="Google Shape;5110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5537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11" name="Google Shape;5111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4255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112" name="Google Shape;5112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2189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113" name="Google Shape;5113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4611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114" name="Google Shape;5114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7034" y="4152700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115" name="Google Shape;5115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1585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116" name="Google Shape;5116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4008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er icon" id="5117" name="Google Shape;5117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6430" y="4448499"/>
            <a:ext cx="316348" cy="27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18" name="Google Shape;5118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3947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19" name="Google Shape;5119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285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20" name="Google Shape;5120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3992" y="4235268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21" name="Google Shape;5121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3947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22" name="Google Shape;512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285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123" name="Google Shape;5123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3992" y="4534166"/>
            <a:ext cx="123686" cy="1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124" name="Google Shape;5124;p136"/>
          <p:cNvSpPr/>
          <p:nvPr/>
        </p:nvSpPr>
        <p:spPr>
          <a:xfrm>
            <a:off x="5280816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5125" name="Google Shape;5125;p136"/>
          <p:cNvSpPr txBox="1"/>
          <p:nvPr/>
        </p:nvSpPr>
        <p:spPr>
          <a:xfrm>
            <a:off x="5237470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Tarefas Complexas</a:t>
            </a:r>
            <a:endParaRPr b="1" sz="600">
              <a:solidFill>
                <a:schemeClr val="dk1"/>
              </a:solidFill>
            </a:endParaRPr>
          </a:p>
        </p:txBody>
      </p:sp>
      <p:sp>
        <p:nvSpPr>
          <p:cNvPr id="5126" name="Google Shape;5126;p136"/>
          <p:cNvSpPr/>
          <p:nvPr/>
        </p:nvSpPr>
        <p:spPr>
          <a:xfrm>
            <a:off x="6204411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5127" name="Google Shape;5127;p136"/>
          <p:cNvSpPr txBox="1"/>
          <p:nvPr/>
        </p:nvSpPr>
        <p:spPr>
          <a:xfrm>
            <a:off x="6161670" y="269920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pic>
        <p:nvPicPr>
          <p:cNvPr descr="Apache Tez" id="5128" name="Google Shape;5128;p1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57125" y="2401947"/>
            <a:ext cx="520850" cy="292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base" id="5129" name="Google Shape;5129;p136"/>
          <p:cNvPicPr preferRelativeResize="0"/>
          <p:nvPr/>
        </p:nvPicPr>
        <p:blipFill rotWithShape="1">
          <a:blip r:embed="rId9">
            <a:alphaModFix/>
          </a:blip>
          <a:srcRect b="17074" l="0" r="0" t="8818"/>
          <a:stretch/>
        </p:blipFill>
        <p:spPr>
          <a:xfrm>
            <a:off x="6331388" y="2364950"/>
            <a:ext cx="627200" cy="3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0" name="Google Shape;5130;p136"/>
          <p:cNvSpPr txBox="1"/>
          <p:nvPr/>
        </p:nvSpPr>
        <p:spPr>
          <a:xfrm>
            <a:off x="6204400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NoSQL (bigtable)</a:t>
            </a:r>
            <a:endParaRPr b="1" sz="600">
              <a:solidFill>
                <a:schemeClr val="dk1"/>
              </a:solidFill>
            </a:endParaRPr>
          </a:p>
        </p:txBody>
      </p:sp>
      <p:sp>
        <p:nvSpPr>
          <p:cNvPr id="5131" name="Google Shape;5131;p136"/>
          <p:cNvSpPr txBox="1"/>
          <p:nvPr/>
        </p:nvSpPr>
        <p:spPr>
          <a:xfrm>
            <a:off x="7850002" y="2514950"/>
            <a:ext cx="9645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dk1"/>
                </a:solidFill>
              </a:rPr>
              <a:t>...</a:t>
            </a:r>
            <a:endParaRPr sz="4500"/>
          </a:p>
        </p:txBody>
      </p:sp>
      <p:sp>
        <p:nvSpPr>
          <p:cNvPr id="5132" name="Google Shape;5132;p136"/>
          <p:cNvSpPr/>
          <p:nvPr/>
        </p:nvSpPr>
        <p:spPr>
          <a:xfrm>
            <a:off x="7118811" y="2247675"/>
            <a:ext cx="875400" cy="66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</p:txBody>
      </p:sp>
      <p:sp>
        <p:nvSpPr>
          <p:cNvPr id="5133" name="Google Shape;5133;p136"/>
          <p:cNvSpPr txBox="1"/>
          <p:nvPr/>
        </p:nvSpPr>
        <p:spPr>
          <a:xfrm>
            <a:off x="7118800" y="2699200"/>
            <a:ext cx="87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</a:rPr>
              <a:t>NoSQL (key/value)</a:t>
            </a:r>
            <a:endParaRPr b="1" sz="600">
              <a:solidFill>
                <a:schemeClr val="dk1"/>
              </a:solidFill>
            </a:endParaRPr>
          </a:p>
        </p:txBody>
      </p:sp>
      <p:pic>
        <p:nvPicPr>
          <p:cNvPr descr="Apache Accumulo" id="5134" name="Google Shape;5134;p1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05513" y="2448175"/>
            <a:ext cx="701966" cy="1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38" name="Shape 5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" name="Google Shape;5139;p13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YARN - Componentes</a:t>
            </a:r>
            <a:endParaRPr/>
          </a:p>
        </p:txBody>
      </p:sp>
      <p:sp>
        <p:nvSpPr>
          <p:cNvPr id="5140" name="Google Shape;5140;p137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Resource Manager Service (pelo menos um por cluster)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Responsável por alocar recursos para execução de jobs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Node Manager Service (um por datanode)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Serviço que roda no datanode e publica estado para Resource Manager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Responsável por disparar containers (linux control group) de trabalho em datanodes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Container pode definir restrições de cpu, mem, disco e rede para aplicações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44" name="Shape 5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5" name="Google Shape;5145;p13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Cluster 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5146" name="Google Shape;5146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147" name="Google Shape;5147;p13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148" name="Google Shape;5148;p138"/>
          <p:cNvCxnSpPr>
            <a:stCxn id="5147" idx="1"/>
            <a:endCxn id="5146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49" name="Google Shape;5149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50" name="Google Shape;5150;p138"/>
          <p:cNvCxnSpPr>
            <a:stCxn id="5147" idx="1"/>
            <a:endCxn id="5149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51" name="Google Shape;5151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52" name="Google Shape;5152;p138"/>
          <p:cNvCxnSpPr>
            <a:stCxn id="5147" idx="1"/>
            <a:endCxn id="5151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53" name="Google Shape;5153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54" name="Google Shape;5154;p138"/>
          <p:cNvCxnSpPr>
            <a:stCxn id="5147" idx="1"/>
            <a:endCxn id="5153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55" name="Google Shape;5155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156" name="Google Shape;5156;p13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157" name="Google Shape;5157;p138"/>
          <p:cNvCxnSpPr>
            <a:stCxn id="5156" idx="1"/>
            <a:endCxn id="5155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58" name="Google Shape;5158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59" name="Google Shape;5159;p138"/>
          <p:cNvCxnSpPr>
            <a:stCxn id="5156" idx="1"/>
            <a:endCxn id="5158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60" name="Google Shape;5160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61" name="Google Shape;5161;p138"/>
          <p:cNvCxnSpPr>
            <a:stCxn id="5156" idx="1"/>
            <a:endCxn id="5160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62" name="Google Shape;5162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63" name="Google Shape;5163;p138"/>
          <p:cNvCxnSpPr>
            <a:stCxn id="5156" idx="1"/>
            <a:endCxn id="5162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64" name="Google Shape;5164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165" name="Google Shape;5165;p13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166" name="Google Shape;5166;p138"/>
          <p:cNvCxnSpPr>
            <a:stCxn id="5165" idx="1"/>
            <a:endCxn id="5164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67" name="Google Shape;5167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68" name="Google Shape;5168;p138"/>
          <p:cNvCxnSpPr>
            <a:stCxn id="5165" idx="1"/>
            <a:endCxn id="5167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69" name="Google Shape;5169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70" name="Google Shape;5170;p138"/>
          <p:cNvCxnSpPr>
            <a:stCxn id="5165" idx="1"/>
            <a:endCxn id="5169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71" name="Google Shape;5171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72" name="Google Shape;5172;p138"/>
          <p:cNvCxnSpPr>
            <a:stCxn id="5165" idx="1"/>
            <a:endCxn id="5171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73" name="Google Shape;5173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174" name="Google Shape;5174;p13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175" name="Google Shape;5175;p138"/>
          <p:cNvCxnSpPr>
            <a:stCxn id="5174" idx="1"/>
            <a:endCxn id="5173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76" name="Google Shape;5176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77" name="Google Shape;5177;p138"/>
          <p:cNvCxnSpPr>
            <a:stCxn id="5174" idx="1"/>
            <a:endCxn id="5176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78" name="Google Shape;5178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79" name="Google Shape;5179;p138"/>
          <p:cNvCxnSpPr>
            <a:stCxn id="5174" idx="1"/>
            <a:endCxn id="5178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80" name="Google Shape;5180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81" name="Google Shape;5181;p138"/>
          <p:cNvCxnSpPr>
            <a:stCxn id="5174" idx="1"/>
            <a:endCxn id="5180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5182" name="Google Shape;5182;p138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183" name="Google Shape;5183;p138"/>
          <p:cNvCxnSpPr>
            <a:stCxn id="5182" idx="2"/>
            <a:endCxn id="5156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4" name="Google Shape;5184;p138"/>
          <p:cNvCxnSpPr>
            <a:stCxn id="5174" idx="0"/>
            <a:endCxn id="5182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5" name="Google Shape;5185;p138"/>
          <p:cNvCxnSpPr>
            <a:stCxn id="5165" idx="0"/>
            <a:endCxn id="5182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6" name="Google Shape;5186;p138"/>
          <p:cNvCxnSpPr>
            <a:stCxn id="5182" idx="2"/>
            <a:endCxn id="5147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5187" name="Google Shape;5187;p138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88" name="Google Shape;5188;p138"/>
          <p:cNvCxnSpPr>
            <a:stCxn id="5187" idx="3"/>
            <a:endCxn id="5182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9" name="Google Shape;5189;p138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0" name="Google Shape;5190;p138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1" name="Google Shape;5191;p138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2" name="Google Shape;5192;p138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3" name="Google Shape;5193;p138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4" name="Google Shape;5194;p138"/>
          <p:cNvSpPr txBox="1"/>
          <p:nvPr/>
        </p:nvSpPr>
        <p:spPr>
          <a:xfrm>
            <a:off x="799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5" name="Google Shape;5195;p138"/>
          <p:cNvSpPr txBox="1"/>
          <p:nvPr/>
        </p:nvSpPr>
        <p:spPr>
          <a:xfrm>
            <a:off x="799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6" name="Google Shape;5196;p138"/>
          <p:cNvSpPr txBox="1"/>
          <p:nvPr/>
        </p:nvSpPr>
        <p:spPr>
          <a:xfrm>
            <a:off x="799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7" name="Google Shape;5197;p138"/>
          <p:cNvSpPr txBox="1"/>
          <p:nvPr/>
        </p:nvSpPr>
        <p:spPr>
          <a:xfrm>
            <a:off x="2704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8" name="Google Shape;5198;p138"/>
          <p:cNvSpPr txBox="1"/>
          <p:nvPr/>
        </p:nvSpPr>
        <p:spPr>
          <a:xfrm>
            <a:off x="2704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9" name="Google Shape;5199;p138"/>
          <p:cNvSpPr txBox="1"/>
          <p:nvPr/>
        </p:nvSpPr>
        <p:spPr>
          <a:xfrm>
            <a:off x="2704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0" name="Google Shape;5200;p138"/>
          <p:cNvSpPr txBox="1"/>
          <p:nvPr/>
        </p:nvSpPr>
        <p:spPr>
          <a:xfrm>
            <a:off x="2704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1" name="Google Shape;5201;p138"/>
          <p:cNvSpPr txBox="1"/>
          <p:nvPr/>
        </p:nvSpPr>
        <p:spPr>
          <a:xfrm>
            <a:off x="4638625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2" name="Google Shape;5202;p138"/>
          <p:cNvSpPr txBox="1"/>
          <p:nvPr/>
        </p:nvSpPr>
        <p:spPr>
          <a:xfrm>
            <a:off x="4638625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3" name="Google Shape;5203;p138"/>
          <p:cNvSpPr txBox="1"/>
          <p:nvPr/>
        </p:nvSpPr>
        <p:spPr>
          <a:xfrm>
            <a:off x="4638625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4" name="Google Shape;5204;p138"/>
          <p:cNvSpPr txBox="1"/>
          <p:nvPr/>
        </p:nvSpPr>
        <p:spPr>
          <a:xfrm>
            <a:off x="4638625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5" name="Google Shape;5205;p138"/>
          <p:cNvSpPr txBox="1"/>
          <p:nvPr/>
        </p:nvSpPr>
        <p:spPr>
          <a:xfrm>
            <a:off x="6634362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6" name="Google Shape;5206;p138"/>
          <p:cNvSpPr txBox="1"/>
          <p:nvPr/>
        </p:nvSpPr>
        <p:spPr>
          <a:xfrm>
            <a:off x="6634362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7" name="Google Shape;5207;p138"/>
          <p:cNvSpPr txBox="1"/>
          <p:nvPr/>
        </p:nvSpPr>
        <p:spPr>
          <a:xfrm>
            <a:off x="6634362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8" name="Google Shape;5208;p138"/>
          <p:cNvSpPr txBox="1"/>
          <p:nvPr/>
        </p:nvSpPr>
        <p:spPr>
          <a:xfrm>
            <a:off x="6634362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12" name="Shape 5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3" name="Google Shape;5213;p13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Hadoop Cluster - </a:t>
            </a:r>
            <a:r>
              <a:rPr lang="pt-BR">
                <a:solidFill>
                  <a:srgbClr val="0000FF"/>
                </a:solidFill>
              </a:rPr>
              <a:t>Componentes YARN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5214" name="Google Shape;5214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215" name="Google Shape;5215;p13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216" name="Google Shape;5216;p139"/>
          <p:cNvCxnSpPr>
            <a:stCxn id="5215" idx="1"/>
            <a:endCxn id="5214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17" name="Google Shape;5217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18" name="Google Shape;5218;p139"/>
          <p:cNvCxnSpPr>
            <a:stCxn id="5215" idx="1"/>
            <a:endCxn id="5217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19" name="Google Shape;5219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20" name="Google Shape;5220;p139"/>
          <p:cNvCxnSpPr>
            <a:stCxn id="5215" idx="1"/>
            <a:endCxn id="5219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21" name="Google Shape;5221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22" name="Google Shape;5222;p139"/>
          <p:cNvCxnSpPr>
            <a:stCxn id="5215" idx="1"/>
            <a:endCxn id="5221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23" name="Google Shape;5223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224" name="Google Shape;5224;p13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225" name="Google Shape;5225;p139"/>
          <p:cNvCxnSpPr>
            <a:stCxn id="5224" idx="1"/>
            <a:endCxn id="5223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26" name="Google Shape;5226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27" name="Google Shape;5227;p139"/>
          <p:cNvCxnSpPr>
            <a:stCxn id="5224" idx="1"/>
            <a:endCxn id="5226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28" name="Google Shape;5228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29" name="Google Shape;5229;p139"/>
          <p:cNvCxnSpPr>
            <a:stCxn id="5224" idx="1"/>
            <a:endCxn id="5228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30" name="Google Shape;5230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1" name="Google Shape;5231;p139"/>
          <p:cNvCxnSpPr>
            <a:stCxn id="5224" idx="1"/>
            <a:endCxn id="5230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32" name="Google Shape;5232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233" name="Google Shape;5233;p13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234" name="Google Shape;5234;p139"/>
          <p:cNvCxnSpPr>
            <a:stCxn id="5233" idx="1"/>
            <a:endCxn id="5232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35" name="Google Shape;5235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6" name="Google Shape;5236;p139"/>
          <p:cNvCxnSpPr>
            <a:stCxn id="5233" idx="1"/>
            <a:endCxn id="5235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37" name="Google Shape;5237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8" name="Google Shape;5238;p139"/>
          <p:cNvCxnSpPr>
            <a:stCxn id="5233" idx="1"/>
            <a:endCxn id="5237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39" name="Google Shape;5239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40" name="Google Shape;5240;p139"/>
          <p:cNvCxnSpPr>
            <a:stCxn id="5233" idx="1"/>
            <a:endCxn id="5239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41" name="Google Shape;5241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242" name="Google Shape;5242;p13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243" name="Google Shape;5243;p139"/>
          <p:cNvCxnSpPr>
            <a:stCxn id="5242" idx="1"/>
            <a:endCxn id="5241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44" name="Google Shape;5244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45" name="Google Shape;5245;p139"/>
          <p:cNvCxnSpPr>
            <a:stCxn id="5242" idx="1"/>
            <a:endCxn id="5244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46" name="Google Shape;5246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47" name="Google Shape;5247;p139"/>
          <p:cNvCxnSpPr>
            <a:stCxn id="5242" idx="1"/>
            <a:endCxn id="5246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48" name="Google Shape;5248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49" name="Google Shape;5249;p139"/>
          <p:cNvCxnSpPr>
            <a:stCxn id="5242" idx="1"/>
            <a:endCxn id="5248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5250" name="Google Shape;5250;p139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251" name="Google Shape;5251;p139"/>
          <p:cNvCxnSpPr>
            <a:stCxn id="5250" idx="2"/>
            <a:endCxn id="5224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2" name="Google Shape;5252;p139"/>
          <p:cNvCxnSpPr>
            <a:stCxn id="5242" idx="0"/>
            <a:endCxn id="5250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3" name="Google Shape;5253;p139"/>
          <p:cNvCxnSpPr>
            <a:stCxn id="5233" idx="0"/>
            <a:endCxn id="5250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4" name="Google Shape;5254;p139"/>
          <p:cNvCxnSpPr>
            <a:stCxn id="5250" idx="2"/>
            <a:endCxn id="5215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5255" name="Google Shape;5255;p139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56" name="Google Shape;5256;p139"/>
          <p:cNvCxnSpPr>
            <a:stCxn id="5255" idx="3"/>
            <a:endCxn id="5250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7" name="Google Shape;5257;p139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8" name="Google Shape;5258;p139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9" name="Google Shape;5259;p139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0" name="Google Shape;5260;p139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1" name="Google Shape;5261;p139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2" name="Google Shape;5262;p139"/>
          <p:cNvSpPr txBox="1"/>
          <p:nvPr/>
        </p:nvSpPr>
        <p:spPr>
          <a:xfrm>
            <a:off x="799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3" name="Google Shape;5263;p139"/>
          <p:cNvSpPr txBox="1"/>
          <p:nvPr/>
        </p:nvSpPr>
        <p:spPr>
          <a:xfrm>
            <a:off x="2704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4" name="Google Shape;5264;p139"/>
          <p:cNvSpPr txBox="1"/>
          <p:nvPr/>
        </p:nvSpPr>
        <p:spPr>
          <a:xfrm>
            <a:off x="2704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5" name="Google Shape;5265;p139"/>
          <p:cNvSpPr txBox="1"/>
          <p:nvPr/>
        </p:nvSpPr>
        <p:spPr>
          <a:xfrm>
            <a:off x="2704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6" name="Google Shape;5266;p139"/>
          <p:cNvSpPr txBox="1"/>
          <p:nvPr/>
        </p:nvSpPr>
        <p:spPr>
          <a:xfrm>
            <a:off x="2704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7" name="Google Shape;5267;p139"/>
          <p:cNvSpPr txBox="1"/>
          <p:nvPr/>
        </p:nvSpPr>
        <p:spPr>
          <a:xfrm>
            <a:off x="4638625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8" name="Google Shape;5268;p139"/>
          <p:cNvSpPr txBox="1"/>
          <p:nvPr/>
        </p:nvSpPr>
        <p:spPr>
          <a:xfrm>
            <a:off x="4638625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9" name="Google Shape;5269;p139"/>
          <p:cNvSpPr txBox="1"/>
          <p:nvPr/>
        </p:nvSpPr>
        <p:spPr>
          <a:xfrm>
            <a:off x="4638625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0" name="Google Shape;5270;p139"/>
          <p:cNvSpPr txBox="1"/>
          <p:nvPr/>
        </p:nvSpPr>
        <p:spPr>
          <a:xfrm>
            <a:off x="4638625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1" name="Google Shape;5271;p139"/>
          <p:cNvSpPr txBox="1"/>
          <p:nvPr/>
        </p:nvSpPr>
        <p:spPr>
          <a:xfrm>
            <a:off x="6634362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2" name="Google Shape;5272;p139"/>
          <p:cNvSpPr txBox="1"/>
          <p:nvPr/>
        </p:nvSpPr>
        <p:spPr>
          <a:xfrm>
            <a:off x="6634362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3" name="Google Shape;5273;p139"/>
          <p:cNvSpPr txBox="1"/>
          <p:nvPr/>
        </p:nvSpPr>
        <p:spPr>
          <a:xfrm>
            <a:off x="6634362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4" name="Google Shape;5274;p139"/>
          <p:cNvSpPr txBox="1"/>
          <p:nvPr/>
        </p:nvSpPr>
        <p:spPr>
          <a:xfrm>
            <a:off x="6634362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5" name="Google Shape;5275;p139"/>
          <p:cNvSpPr txBox="1"/>
          <p:nvPr/>
        </p:nvSpPr>
        <p:spPr>
          <a:xfrm>
            <a:off x="799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Resource 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Manager 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6" name="Google Shape;5276;p139"/>
          <p:cNvSpPr txBox="1"/>
          <p:nvPr/>
        </p:nvSpPr>
        <p:spPr>
          <a:xfrm>
            <a:off x="799550" y="3270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StandBy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Resource 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Manager 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80" name="Shape 5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1" name="Google Shape;5281;p14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Cluster - </a:t>
            </a:r>
            <a:r>
              <a:rPr lang="pt-BR">
                <a:solidFill>
                  <a:srgbClr val="0000FF"/>
                </a:solidFill>
              </a:rPr>
              <a:t>Componentes YARN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5282" name="Google Shape;5282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283" name="Google Shape;5283;p14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284" name="Google Shape;5284;p140"/>
          <p:cNvCxnSpPr>
            <a:stCxn id="5283" idx="1"/>
            <a:endCxn id="5282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85" name="Google Shape;5285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86" name="Google Shape;5286;p140"/>
          <p:cNvCxnSpPr>
            <a:stCxn id="5283" idx="1"/>
            <a:endCxn id="5285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87" name="Google Shape;5287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88" name="Google Shape;5288;p140"/>
          <p:cNvCxnSpPr>
            <a:stCxn id="5283" idx="1"/>
            <a:endCxn id="5287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89" name="Google Shape;5289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90" name="Google Shape;5290;p140"/>
          <p:cNvCxnSpPr>
            <a:stCxn id="5283" idx="1"/>
            <a:endCxn id="5289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91" name="Google Shape;5291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292" name="Google Shape;5292;p14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293" name="Google Shape;5293;p140"/>
          <p:cNvCxnSpPr>
            <a:stCxn id="5292" idx="1"/>
            <a:endCxn id="5291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94" name="Google Shape;5294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95" name="Google Shape;5295;p140"/>
          <p:cNvCxnSpPr>
            <a:stCxn id="5292" idx="1"/>
            <a:endCxn id="5294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96" name="Google Shape;5296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97" name="Google Shape;5297;p140"/>
          <p:cNvCxnSpPr>
            <a:stCxn id="5292" idx="1"/>
            <a:endCxn id="5296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98" name="Google Shape;5298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99" name="Google Shape;5299;p140"/>
          <p:cNvCxnSpPr>
            <a:stCxn id="5292" idx="1"/>
            <a:endCxn id="5298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00" name="Google Shape;5300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301" name="Google Shape;5301;p14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302" name="Google Shape;5302;p140"/>
          <p:cNvCxnSpPr>
            <a:stCxn id="5301" idx="1"/>
            <a:endCxn id="5300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03" name="Google Shape;5303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4" name="Google Shape;5304;p140"/>
          <p:cNvCxnSpPr>
            <a:stCxn id="5301" idx="1"/>
            <a:endCxn id="5303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05" name="Google Shape;5305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6" name="Google Shape;5306;p140"/>
          <p:cNvCxnSpPr>
            <a:stCxn id="5301" idx="1"/>
            <a:endCxn id="5305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07" name="Google Shape;5307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8" name="Google Shape;5308;p140"/>
          <p:cNvCxnSpPr>
            <a:stCxn id="5301" idx="1"/>
            <a:endCxn id="5307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09" name="Google Shape;5309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310" name="Google Shape;5310;p14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311" name="Google Shape;5311;p140"/>
          <p:cNvCxnSpPr>
            <a:stCxn id="5310" idx="1"/>
            <a:endCxn id="5309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12" name="Google Shape;5312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13" name="Google Shape;5313;p140"/>
          <p:cNvCxnSpPr>
            <a:stCxn id="5310" idx="1"/>
            <a:endCxn id="5312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14" name="Google Shape;5314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15" name="Google Shape;5315;p140"/>
          <p:cNvCxnSpPr>
            <a:stCxn id="5310" idx="1"/>
            <a:endCxn id="5314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16" name="Google Shape;5316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17" name="Google Shape;5317;p140"/>
          <p:cNvCxnSpPr>
            <a:stCxn id="5310" idx="1"/>
            <a:endCxn id="5316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5318" name="Google Shape;5318;p140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319" name="Google Shape;5319;p140"/>
          <p:cNvCxnSpPr>
            <a:stCxn id="5318" idx="2"/>
            <a:endCxn id="5292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0" name="Google Shape;5320;p140"/>
          <p:cNvCxnSpPr>
            <a:stCxn id="5310" idx="0"/>
            <a:endCxn id="5318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1" name="Google Shape;5321;p140"/>
          <p:cNvCxnSpPr>
            <a:stCxn id="5301" idx="0"/>
            <a:endCxn id="5318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2" name="Google Shape;5322;p140"/>
          <p:cNvCxnSpPr>
            <a:stCxn id="5318" idx="2"/>
            <a:endCxn id="5283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5323" name="Google Shape;5323;p140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24" name="Google Shape;5324;p140"/>
          <p:cNvCxnSpPr>
            <a:stCxn id="5323" idx="3"/>
            <a:endCxn id="5318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5" name="Google Shape;5325;p140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6" name="Google Shape;5326;p140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7" name="Google Shape;5327;p140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8" name="Google Shape;5328;p140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9" name="Google Shape;5329;p140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0" name="Google Shape;5330;p140"/>
          <p:cNvSpPr txBox="1"/>
          <p:nvPr/>
        </p:nvSpPr>
        <p:spPr>
          <a:xfrm>
            <a:off x="799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1" name="Google Shape;5331;p140"/>
          <p:cNvSpPr txBox="1"/>
          <p:nvPr/>
        </p:nvSpPr>
        <p:spPr>
          <a:xfrm>
            <a:off x="2704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2" name="Google Shape;5332;p140"/>
          <p:cNvSpPr txBox="1"/>
          <p:nvPr/>
        </p:nvSpPr>
        <p:spPr>
          <a:xfrm>
            <a:off x="2704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3" name="Google Shape;5333;p140"/>
          <p:cNvSpPr txBox="1"/>
          <p:nvPr/>
        </p:nvSpPr>
        <p:spPr>
          <a:xfrm>
            <a:off x="2704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4" name="Google Shape;5334;p140"/>
          <p:cNvSpPr txBox="1"/>
          <p:nvPr/>
        </p:nvSpPr>
        <p:spPr>
          <a:xfrm>
            <a:off x="2704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5" name="Google Shape;5335;p140"/>
          <p:cNvSpPr txBox="1"/>
          <p:nvPr/>
        </p:nvSpPr>
        <p:spPr>
          <a:xfrm>
            <a:off x="4638625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6" name="Google Shape;5336;p140"/>
          <p:cNvSpPr txBox="1"/>
          <p:nvPr/>
        </p:nvSpPr>
        <p:spPr>
          <a:xfrm>
            <a:off x="4638625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7" name="Google Shape;5337;p140"/>
          <p:cNvSpPr txBox="1"/>
          <p:nvPr/>
        </p:nvSpPr>
        <p:spPr>
          <a:xfrm>
            <a:off x="4638625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8" name="Google Shape;5338;p140"/>
          <p:cNvSpPr txBox="1"/>
          <p:nvPr/>
        </p:nvSpPr>
        <p:spPr>
          <a:xfrm>
            <a:off x="4638625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9" name="Google Shape;5339;p140"/>
          <p:cNvSpPr txBox="1"/>
          <p:nvPr/>
        </p:nvSpPr>
        <p:spPr>
          <a:xfrm>
            <a:off x="6634362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0" name="Google Shape;5340;p140"/>
          <p:cNvSpPr txBox="1"/>
          <p:nvPr/>
        </p:nvSpPr>
        <p:spPr>
          <a:xfrm>
            <a:off x="6634362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1" name="Google Shape;5341;p140"/>
          <p:cNvSpPr txBox="1"/>
          <p:nvPr/>
        </p:nvSpPr>
        <p:spPr>
          <a:xfrm>
            <a:off x="6634362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2" name="Google Shape;5342;p140"/>
          <p:cNvSpPr txBox="1"/>
          <p:nvPr/>
        </p:nvSpPr>
        <p:spPr>
          <a:xfrm>
            <a:off x="6634362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3" name="Google Shape;5343;p140"/>
          <p:cNvSpPr txBox="1"/>
          <p:nvPr/>
        </p:nvSpPr>
        <p:spPr>
          <a:xfrm>
            <a:off x="799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Resource 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Manager 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4" name="Google Shape;5344;p140"/>
          <p:cNvSpPr txBox="1"/>
          <p:nvPr/>
        </p:nvSpPr>
        <p:spPr>
          <a:xfrm>
            <a:off x="799550" y="3270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StandBy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Resource 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Manager </a:t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45" name="Google Shape;5345;p140"/>
          <p:cNvGrpSpPr/>
          <p:nvPr/>
        </p:nvGrpSpPr>
        <p:grpSpPr>
          <a:xfrm>
            <a:off x="1330731" y="4504401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46" name="Google Shape;5346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7" name="Google Shape;5347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48" name="Google Shape;5348;p140"/>
          <p:cNvGrpSpPr/>
          <p:nvPr/>
        </p:nvGrpSpPr>
        <p:grpSpPr>
          <a:xfrm>
            <a:off x="3228462" y="4504401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49" name="Google Shape;5349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0" name="Google Shape;5350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51" name="Google Shape;5351;p140"/>
          <p:cNvGrpSpPr/>
          <p:nvPr/>
        </p:nvGrpSpPr>
        <p:grpSpPr>
          <a:xfrm>
            <a:off x="5173319" y="4504401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52" name="Google Shape;5352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3" name="Google Shape;5353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54" name="Google Shape;5354;p140"/>
          <p:cNvGrpSpPr/>
          <p:nvPr/>
        </p:nvGrpSpPr>
        <p:grpSpPr>
          <a:xfrm>
            <a:off x="7154519" y="4504401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55" name="Google Shape;5355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6" name="Google Shape;5356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57" name="Google Shape;5357;p140"/>
          <p:cNvGrpSpPr/>
          <p:nvPr/>
        </p:nvGrpSpPr>
        <p:grpSpPr>
          <a:xfrm>
            <a:off x="3228462" y="3742401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58" name="Google Shape;5358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9" name="Google Shape;5359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60" name="Google Shape;5360;p140"/>
          <p:cNvGrpSpPr/>
          <p:nvPr/>
        </p:nvGrpSpPr>
        <p:grpSpPr>
          <a:xfrm>
            <a:off x="5173319" y="3742401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61" name="Google Shape;5361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2" name="Google Shape;5362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63" name="Google Shape;5363;p140"/>
          <p:cNvGrpSpPr/>
          <p:nvPr/>
        </p:nvGrpSpPr>
        <p:grpSpPr>
          <a:xfrm>
            <a:off x="7154519" y="3742401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64" name="Google Shape;5364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5" name="Google Shape;5365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66" name="Google Shape;5366;p140"/>
          <p:cNvGrpSpPr/>
          <p:nvPr/>
        </p:nvGrpSpPr>
        <p:grpSpPr>
          <a:xfrm>
            <a:off x="3228462" y="2947813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67" name="Google Shape;5367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8" name="Google Shape;5368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69" name="Google Shape;5369;p140"/>
          <p:cNvGrpSpPr/>
          <p:nvPr/>
        </p:nvGrpSpPr>
        <p:grpSpPr>
          <a:xfrm>
            <a:off x="5173319" y="2947813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70" name="Google Shape;5370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1" name="Google Shape;5371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72" name="Google Shape;5372;p140"/>
          <p:cNvGrpSpPr/>
          <p:nvPr/>
        </p:nvGrpSpPr>
        <p:grpSpPr>
          <a:xfrm>
            <a:off x="7154519" y="2947813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73" name="Google Shape;5373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4" name="Google Shape;5374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75" name="Google Shape;5375;p140"/>
          <p:cNvGrpSpPr/>
          <p:nvPr/>
        </p:nvGrpSpPr>
        <p:grpSpPr>
          <a:xfrm>
            <a:off x="3228462" y="2185813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76" name="Google Shape;5376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7" name="Google Shape;5377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78" name="Google Shape;5378;p140"/>
          <p:cNvGrpSpPr/>
          <p:nvPr/>
        </p:nvGrpSpPr>
        <p:grpSpPr>
          <a:xfrm>
            <a:off x="5173319" y="2185813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79" name="Google Shape;5379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0" name="Google Shape;5380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  <p:grpSp>
        <p:nvGrpSpPr>
          <p:cNvPr id="5381" name="Google Shape;5381;p140"/>
          <p:cNvGrpSpPr/>
          <p:nvPr/>
        </p:nvGrpSpPr>
        <p:grpSpPr>
          <a:xfrm>
            <a:off x="7154519" y="2185813"/>
            <a:ext cx="1020234" cy="290400"/>
            <a:chOff x="1254531" y="4504401"/>
            <a:chExt cx="1020234" cy="290400"/>
          </a:xfrm>
        </p:grpSpPr>
        <p:pic>
          <p:nvPicPr>
            <p:cNvPr descr="Image result for cog" id="5382" name="Google Shape;5382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4531" y="4504401"/>
              <a:ext cx="290400" cy="29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3" name="Google Shape;5383;p140"/>
            <p:cNvSpPr txBox="1"/>
            <p:nvPr/>
          </p:nvSpPr>
          <p:spPr>
            <a:xfrm>
              <a:off x="1310265" y="4603513"/>
              <a:ext cx="964500" cy="1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0000FF"/>
                  </a:solidFill>
                </a:rPr>
                <a:t>Node Manager</a:t>
              </a:r>
              <a:endParaRPr sz="70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87" name="Shape 5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8" name="Google Shape;5388;p14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389" name="Google Shape;5389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390" name="Google Shape;5390;p141"/>
          <p:cNvSpPr/>
          <p:nvPr/>
        </p:nvSpPr>
        <p:spPr>
          <a:xfrm>
            <a:off x="4899101" y="566500"/>
            <a:ext cx="3801600" cy="44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1" name="Google Shape;5391;p141"/>
          <p:cNvSpPr/>
          <p:nvPr/>
        </p:nvSpPr>
        <p:spPr>
          <a:xfrm>
            <a:off x="4688300" y="2336875"/>
            <a:ext cx="4164900" cy="71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2" name="Google Shape;5392;p141"/>
          <p:cNvSpPr/>
          <p:nvPr/>
        </p:nvSpPr>
        <p:spPr>
          <a:xfrm>
            <a:off x="1649750" y="1907775"/>
            <a:ext cx="4164900" cy="314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3" name="Google Shape;5393;p141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4" name="Google Shape;5394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98" name="Shape 5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9" name="Google Shape;5399;p14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400" name="Google Shape;5400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01" name="Google Shape;5401;p142"/>
          <p:cNvSpPr/>
          <p:nvPr/>
        </p:nvSpPr>
        <p:spPr>
          <a:xfrm>
            <a:off x="4899101" y="566500"/>
            <a:ext cx="3801600" cy="44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2" name="Google Shape;5402;p142"/>
          <p:cNvSpPr/>
          <p:nvPr/>
        </p:nvSpPr>
        <p:spPr>
          <a:xfrm>
            <a:off x="4688300" y="2336875"/>
            <a:ext cx="4164900" cy="71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3" name="Google Shape;5403;p142"/>
          <p:cNvSpPr/>
          <p:nvPr/>
        </p:nvSpPr>
        <p:spPr>
          <a:xfrm>
            <a:off x="1649750" y="2405850"/>
            <a:ext cx="4164900" cy="264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4" name="Google Shape;5404;p142"/>
          <p:cNvSpPr/>
          <p:nvPr/>
        </p:nvSpPr>
        <p:spPr>
          <a:xfrm>
            <a:off x="4433425" y="1925950"/>
            <a:ext cx="4164900" cy="188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05" name="Google Shape;5405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24" y="2449548"/>
            <a:ext cx="774474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06" name="Google Shape;5406;p142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07" name="Google Shape;5407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08" name="Google Shape;5408;p142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12" name="Shape 5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3" name="Google Shape;5413;p14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414" name="Google Shape;5414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15" name="Google Shape;5415;p143"/>
          <p:cNvSpPr/>
          <p:nvPr/>
        </p:nvSpPr>
        <p:spPr>
          <a:xfrm>
            <a:off x="4899101" y="566500"/>
            <a:ext cx="3801600" cy="44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6" name="Google Shape;5416;p143"/>
          <p:cNvSpPr/>
          <p:nvPr/>
        </p:nvSpPr>
        <p:spPr>
          <a:xfrm>
            <a:off x="4688300" y="2336875"/>
            <a:ext cx="4164900" cy="71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7" name="Google Shape;5417;p143"/>
          <p:cNvSpPr/>
          <p:nvPr/>
        </p:nvSpPr>
        <p:spPr>
          <a:xfrm>
            <a:off x="1649750" y="3161875"/>
            <a:ext cx="4164900" cy="188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8" name="Google Shape;5418;p143"/>
          <p:cNvSpPr/>
          <p:nvPr/>
        </p:nvSpPr>
        <p:spPr>
          <a:xfrm>
            <a:off x="4433425" y="1925950"/>
            <a:ext cx="4164900" cy="188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19" name="Google Shape;5419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24" y="2449548"/>
            <a:ext cx="774474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20" name="Google Shape;5420;p143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1" name="Google Shape;5421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22" name="Google Shape;5422;p143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26" name="Shape 5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" name="Google Shape;5427;p14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428" name="Google Shape;5428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29" name="Google Shape;5429;p144"/>
          <p:cNvSpPr/>
          <p:nvPr/>
        </p:nvSpPr>
        <p:spPr>
          <a:xfrm>
            <a:off x="4899101" y="566500"/>
            <a:ext cx="3801600" cy="44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0" name="Google Shape;5430;p144"/>
          <p:cNvSpPr/>
          <p:nvPr/>
        </p:nvSpPr>
        <p:spPr>
          <a:xfrm>
            <a:off x="4688300" y="2336875"/>
            <a:ext cx="4164900" cy="71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1" name="Google Shape;5431;p144"/>
          <p:cNvSpPr/>
          <p:nvPr/>
        </p:nvSpPr>
        <p:spPr>
          <a:xfrm>
            <a:off x="4433425" y="1925950"/>
            <a:ext cx="4164900" cy="161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2" name="Google Shape;5432;p1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24" y="2449548"/>
            <a:ext cx="774474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33" name="Google Shape;5433;p144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4" name="Google Shape;5434;p1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35" name="Google Shape;5435;p144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39" name="Shape 5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0" name="Google Shape;5440;p14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441" name="Google Shape;5441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42" name="Google Shape;5442;p145"/>
          <p:cNvSpPr/>
          <p:nvPr/>
        </p:nvSpPr>
        <p:spPr>
          <a:xfrm>
            <a:off x="4899100" y="566500"/>
            <a:ext cx="3801600" cy="155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3" name="Google Shape;5443;p145"/>
          <p:cNvSpPr/>
          <p:nvPr/>
        </p:nvSpPr>
        <p:spPr>
          <a:xfrm>
            <a:off x="4899100" y="3608900"/>
            <a:ext cx="3801600" cy="14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4" name="Google Shape;5444;p145"/>
          <p:cNvSpPr/>
          <p:nvPr/>
        </p:nvSpPr>
        <p:spPr>
          <a:xfrm>
            <a:off x="5051500" y="2944906"/>
            <a:ext cx="3801600" cy="14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5" name="Google Shape;5445;p145"/>
          <p:cNvSpPr/>
          <p:nvPr/>
        </p:nvSpPr>
        <p:spPr>
          <a:xfrm>
            <a:off x="5931250" y="1927050"/>
            <a:ext cx="2703900" cy="14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46" name="Google Shape;5446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24" y="2449548"/>
            <a:ext cx="774474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7" name="Google Shape;5447;p145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8" name="Google Shape;5448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9" name="Google Shape;5449;p145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53" name="Shape 5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4" name="Google Shape;5454;p14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455" name="Google Shape;5455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56" name="Google Shape;5456;p146"/>
          <p:cNvSpPr/>
          <p:nvPr/>
        </p:nvSpPr>
        <p:spPr>
          <a:xfrm>
            <a:off x="4899100" y="566500"/>
            <a:ext cx="3801600" cy="155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7" name="Google Shape;5457;p146"/>
          <p:cNvSpPr/>
          <p:nvPr/>
        </p:nvSpPr>
        <p:spPr>
          <a:xfrm>
            <a:off x="4899100" y="3608900"/>
            <a:ext cx="3801600" cy="14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8" name="Google Shape;5458;p146"/>
          <p:cNvSpPr/>
          <p:nvPr/>
        </p:nvSpPr>
        <p:spPr>
          <a:xfrm>
            <a:off x="5051500" y="2944906"/>
            <a:ext cx="3801600" cy="14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9" name="Google Shape;5459;p146"/>
          <p:cNvSpPr/>
          <p:nvPr/>
        </p:nvSpPr>
        <p:spPr>
          <a:xfrm>
            <a:off x="5931250" y="1927050"/>
            <a:ext cx="2703900" cy="14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0" name="Google Shape;5460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24" y="2449548"/>
            <a:ext cx="774474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1" name="Google Shape;5461;p146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2" name="Google Shape;5462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3" name="Google Shape;5463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24" y="614774"/>
            <a:ext cx="535549" cy="78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4" name="Google Shape;5464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30" y="2900237"/>
            <a:ext cx="535549" cy="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5465" name="Google Shape;5465;p146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6" name="Google Shape;5466;p146"/>
          <p:cNvSpPr txBox="1"/>
          <p:nvPr/>
        </p:nvSpPr>
        <p:spPr>
          <a:xfrm>
            <a:off x="6607581" y="577869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B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7" name="Google Shape;5467;p146"/>
          <p:cNvSpPr txBox="1"/>
          <p:nvPr/>
        </p:nvSpPr>
        <p:spPr>
          <a:xfrm>
            <a:off x="6607581" y="2871138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C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71" name="Shape 5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2" name="Google Shape;5472;p14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473" name="Google Shape;5473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74" name="Google Shape;5474;p147"/>
          <p:cNvSpPr/>
          <p:nvPr/>
        </p:nvSpPr>
        <p:spPr>
          <a:xfrm>
            <a:off x="6317625" y="588306"/>
            <a:ext cx="2324700" cy="123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5" name="Google Shape;5475;p147"/>
          <p:cNvSpPr/>
          <p:nvPr/>
        </p:nvSpPr>
        <p:spPr>
          <a:xfrm>
            <a:off x="6317625" y="3648201"/>
            <a:ext cx="2324700" cy="142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6" name="Google Shape;5476;p147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7" name="Google Shape;5477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8" name="Google Shape;5478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476" y="2449548"/>
            <a:ext cx="760061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479" name="Google Shape;5479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205376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480" name="Google Shape;5480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310021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1" name="Google Shape;5481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24" y="614774"/>
            <a:ext cx="535549" cy="78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2" name="Google Shape;5482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30" y="2900237"/>
            <a:ext cx="535549" cy="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5483" name="Google Shape;5483;p147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4" name="Google Shape;5484;p147"/>
          <p:cNvSpPr txBox="1"/>
          <p:nvPr/>
        </p:nvSpPr>
        <p:spPr>
          <a:xfrm>
            <a:off x="6607581" y="577869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B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5" name="Google Shape;5485;p147"/>
          <p:cNvSpPr txBox="1"/>
          <p:nvPr/>
        </p:nvSpPr>
        <p:spPr>
          <a:xfrm>
            <a:off x="6607581" y="2871138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C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89" name="Shape 5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" name="Google Shape;5490;p14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491" name="Google Shape;5491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92" name="Google Shape;5492;p148"/>
          <p:cNvSpPr/>
          <p:nvPr/>
        </p:nvSpPr>
        <p:spPr>
          <a:xfrm>
            <a:off x="6317625" y="3648201"/>
            <a:ext cx="2324700" cy="142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3" name="Google Shape;5493;p148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4" name="Google Shape;5494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495" name="Google Shape;5495;p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205376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496" name="Google Shape;5496;p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310021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7" name="Google Shape;5497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476" y="2449548"/>
            <a:ext cx="760061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8" name="Google Shape;5498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24" y="614774"/>
            <a:ext cx="535549" cy="78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9" name="Google Shape;5499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30" y="2900237"/>
            <a:ext cx="535549" cy="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5500" name="Google Shape;5500;p148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1" name="Google Shape;5501;p148"/>
          <p:cNvSpPr txBox="1"/>
          <p:nvPr/>
        </p:nvSpPr>
        <p:spPr>
          <a:xfrm>
            <a:off x="6607581" y="577869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B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2" name="Google Shape;5502;p148"/>
          <p:cNvSpPr txBox="1"/>
          <p:nvPr/>
        </p:nvSpPr>
        <p:spPr>
          <a:xfrm>
            <a:off x="6607581" y="2871138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C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06" name="Shape 5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7" name="Google Shape;5507;p14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508" name="Google Shape;5508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509" name="Google Shape;5509;p149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10" name="Google Shape;5510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11" name="Google Shape;5511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205376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12" name="Google Shape;5512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310021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3" name="Google Shape;5513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476" y="2449548"/>
            <a:ext cx="760061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14" name="Google Shape;5514;p149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5" name="Google Shape;5515;p149"/>
          <p:cNvSpPr txBox="1"/>
          <p:nvPr/>
        </p:nvSpPr>
        <p:spPr>
          <a:xfrm>
            <a:off x="6607581" y="577869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B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16" name="Google Shape;5516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24" y="614774"/>
            <a:ext cx="535549" cy="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5517" name="Google Shape;5517;p149"/>
          <p:cNvSpPr txBox="1"/>
          <p:nvPr/>
        </p:nvSpPr>
        <p:spPr>
          <a:xfrm>
            <a:off x="6607581" y="2871138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Datanode </a:t>
            </a: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18" name="Google Shape;5518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30" y="2900237"/>
            <a:ext cx="535549" cy="78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22" name="Shape 5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3" name="Google Shape;5523;p15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524" name="Google Shape;5524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525" name="Google Shape;5525;p150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6" name="Google Shape;5526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27" name="Google Shape;5527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205376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28" name="Google Shape;5528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310021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9" name="Google Shape;5529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476" y="2449548"/>
            <a:ext cx="760061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0" name="Google Shape;5530;p150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1" name="Google Shape;5531;p150"/>
          <p:cNvSpPr txBox="1"/>
          <p:nvPr/>
        </p:nvSpPr>
        <p:spPr>
          <a:xfrm>
            <a:off x="6607581" y="577869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B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2" name="Google Shape;5532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24" y="614774"/>
            <a:ext cx="535549" cy="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5533" name="Google Shape;5533;p150"/>
          <p:cNvSpPr txBox="1"/>
          <p:nvPr/>
        </p:nvSpPr>
        <p:spPr>
          <a:xfrm>
            <a:off x="6607581" y="2871138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C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4" name="Google Shape;5534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30" y="2900237"/>
            <a:ext cx="535549" cy="780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535" name="Google Shape;5535;p1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9149" y="668725"/>
            <a:ext cx="385925" cy="38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536" name="Google Shape;5536;p1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9149" y="4081700"/>
            <a:ext cx="385925" cy="3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40" name="Shape 5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1" name="Google Shape;5541;p15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542" name="Google Shape;5542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543" name="Google Shape;5543;p151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4" name="Google Shape;5544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45" name="Google Shape;5545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205376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46" name="Google Shape;5546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310021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7" name="Google Shape;5547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476" y="2449548"/>
            <a:ext cx="760061" cy="11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8" name="Google Shape;5548;p151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9" name="Google Shape;5549;p151"/>
          <p:cNvSpPr txBox="1"/>
          <p:nvPr/>
        </p:nvSpPr>
        <p:spPr>
          <a:xfrm>
            <a:off x="6607581" y="577869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B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0" name="Google Shape;5550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24" y="614774"/>
            <a:ext cx="535549" cy="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5551" name="Google Shape;5551;p151"/>
          <p:cNvSpPr txBox="1"/>
          <p:nvPr/>
        </p:nvSpPr>
        <p:spPr>
          <a:xfrm>
            <a:off x="6607581" y="2871138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C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2" name="Google Shape;5552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30" y="2900237"/>
            <a:ext cx="535549" cy="780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553" name="Google Shape;5553;p1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9149" y="1892725"/>
            <a:ext cx="385925" cy="38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uccess  report icon" id="5554" name="Google Shape;5554;p1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9149" y="2940082"/>
            <a:ext cx="385925" cy="3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58" name="Shape 5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9" name="Google Shape;5559;p15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560" name="Google Shape;5560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561" name="Google Shape;5561;p152"/>
          <p:cNvSpPr/>
          <p:nvPr/>
        </p:nvSpPr>
        <p:spPr>
          <a:xfrm>
            <a:off x="6317625" y="588306"/>
            <a:ext cx="2324700" cy="123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2" name="Google Shape;5562;p152"/>
          <p:cNvSpPr/>
          <p:nvPr/>
        </p:nvSpPr>
        <p:spPr>
          <a:xfrm>
            <a:off x="6317625" y="3648201"/>
            <a:ext cx="2324700" cy="142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3" name="Google Shape;5563;p152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64" name="Google Shape;5564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5" name="Google Shape;5565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476" y="2449548"/>
            <a:ext cx="760061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66" name="Google Shape;5566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205376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67" name="Google Shape;5567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310021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8" name="Google Shape;5568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24" y="614774"/>
            <a:ext cx="535549" cy="78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9" name="Google Shape;5569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30" y="2900237"/>
            <a:ext cx="535549" cy="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5570" name="Google Shape;5570;p152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1" name="Google Shape;5571;p152"/>
          <p:cNvSpPr txBox="1"/>
          <p:nvPr/>
        </p:nvSpPr>
        <p:spPr>
          <a:xfrm>
            <a:off x="6607581" y="577869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B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2" name="Google Shape;5572;p152"/>
          <p:cNvSpPr txBox="1"/>
          <p:nvPr/>
        </p:nvSpPr>
        <p:spPr>
          <a:xfrm>
            <a:off x="6607581" y="2871138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C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success  report icon" id="5573" name="Google Shape;5573;p1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5226" y="4098875"/>
            <a:ext cx="774475" cy="77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77" name="Shape 5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8" name="Google Shape;5578;p15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submissão de um job no YARN</a:t>
            </a:r>
            <a:endParaRPr/>
          </a:p>
        </p:txBody>
      </p:sp>
      <p:pic>
        <p:nvPicPr>
          <p:cNvPr id="5579" name="Google Shape;5579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566500"/>
            <a:ext cx="8320197" cy="440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580" name="Google Shape;5580;p153"/>
          <p:cNvSpPr/>
          <p:nvPr/>
        </p:nvSpPr>
        <p:spPr>
          <a:xfrm>
            <a:off x="6317625" y="588306"/>
            <a:ext cx="2324700" cy="123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1" name="Google Shape;5581;p153"/>
          <p:cNvSpPr/>
          <p:nvPr/>
        </p:nvSpPr>
        <p:spPr>
          <a:xfrm>
            <a:off x="6317625" y="3648201"/>
            <a:ext cx="2324700" cy="142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2" name="Google Shape;5582;p153"/>
          <p:cNvSpPr txBox="1"/>
          <p:nvPr/>
        </p:nvSpPr>
        <p:spPr>
          <a:xfrm>
            <a:off x="2907476" y="668725"/>
            <a:ext cx="2747400" cy="1224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3" name="Google Shape;5583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824" y="716548"/>
            <a:ext cx="774474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4" name="Google Shape;5584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476" y="2449548"/>
            <a:ext cx="760061" cy="112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85" name="Google Shape;5585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205376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5586" name="Google Shape;5586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269" y="3100213"/>
            <a:ext cx="290400" cy="2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7" name="Google Shape;5587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24" y="614774"/>
            <a:ext cx="535549" cy="78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8" name="Google Shape;5588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930" y="2900237"/>
            <a:ext cx="535549" cy="7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5589" name="Google Shape;5589;p153"/>
          <p:cNvSpPr txBox="1"/>
          <p:nvPr/>
        </p:nvSpPr>
        <p:spPr>
          <a:xfrm>
            <a:off x="676575" y="2405850"/>
            <a:ext cx="5181900" cy="25440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Datanode A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0" name="Google Shape;5590;p153"/>
          <p:cNvSpPr txBox="1"/>
          <p:nvPr/>
        </p:nvSpPr>
        <p:spPr>
          <a:xfrm>
            <a:off x="6607581" y="577869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B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1" name="Google Shape;5591;p153"/>
          <p:cNvSpPr txBox="1"/>
          <p:nvPr/>
        </p:nvSpPr>
        <p:spPr>
          <a:xfrm>
            <a:off x="6607581" y="2871138"/>
            <a:ext cx="2558100" cy="20022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Datanode C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success  report icon" id="5592" name="Google Shape;5592;p1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263" y="479075"/>
            <a:ext cx="774475" cy="77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96" name="Shape 5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7" name="Google Shape;5597;p154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Acessando o HDFS</a:t>
            </a:r>
            <a:endParaRPr/>
          </a:p>
        </p:txBody>
      </p:sp>
      <p:sp>
        <p:nvSpPr>
          <p:cNvPr id="5598" name="Google Shape;5598;p154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02" name="Shape 5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3" name="Google Shape;5603;p15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Cluster 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5604" name="Google Shape;5604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605" name="Google Shape;5605;p15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606" name="Google Shape;5606;p155"/>
          <p:cNvCxnSpPr>
            <a:stCxn id="5605" idx="1"/>
            <a:endCxn id="5604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07" name="Google Shape;5607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08" name="Google Shape;5608;p155"/>
          <p:cNvCxnSpPr>
            <a:stCxn id="5605" idx="1"/>
            <a:endCxn id="5607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09" name="Google Shape;5609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0" name="Google Shape;5610;p155"/>
          <p:cNvCxnSpPr>
            <a:stCxn id="5605" idx="1"/>
            <a:endCxn id="5609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11" name="Google Shape;5611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2" name="Google Shape;5612;p155"/>
          <p:cNvCxnSpPr>
            <a:stCxn id="5605" idx="1"/>
            <a:endCxn id="5611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13" name="Google Shape;5613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614" name="Google Shape;5614;p15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615" name="Google Shape;5615;p155"/>
          <p:cNvCxnSpPr>
            <a:stCxn id="5614" idx="1"/>
            <a:endCxn id="5613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16" name="Google Shape;5616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7" name="Google Shape;5617;p155"/>
          <p:cNvCxnSpPr>
            <a:stCxn id="5614" idx="1"/>
            <a:endCxn id="5616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18" name="Google Shape;5618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9" name="Google Shape;5619;p155"/>
          <p:cNvCxnSpPr>
            <a:stCxn id="5614" idx="1"/>
            <a:endCxn id="5618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20" name="Google Shape;5620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21" name="Google Shape;5621;p155"/>
          <p:cNvCxnSpPr>
            <a:stCxn id="5614" idx="1"/>
            <a:endCxn id="5620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22" name="Google Shape;5622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623" name="Google Shape;5623;p15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624" name="Google Shape;5624;p155"/>
          <p:cNvCxnSpPr>
            <a:stCxn id="5623" idx="1"/>
            <a:endCxn id="5622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25" name="Google Shape;5625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26" name="Google Shape;5626;p155"/>
          <p:cNvCxnSpPr>
            <a:stCxn id="5623" idx="1"/>
            <a:endCxn id="5625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27" name="Google Shape;5627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28" name="Google Shape;5628;p155"/>
          <p:cNvCxnSpPr>
            <a:stCxn id="5623" idx="1"/>
            <a:endCxn id="5627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29" name="Google Shape;5629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30" name="Google Shape;5630;p155"/>
          <p:cNvCxnSpPr>
            <a:stCxn id="5623" idx="1"/>
            <a:endCxn id="5629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31" name="Google Shape;5631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632" name="Google Shape;5632;p15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633" name="Google Shape;5633;p155"/>
          <p:cNvCxnSpPr>
            <a:stCxn id="5632" idx="1"/>
            <a:endCxn id="5631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34" name="Google Shape;5634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35" name="Google Shape;5635;p155"/>
          <p:cNvCxnSpPr>
            <a:stCxn id="5632" idx="1"/>
            <a:endCxn id="5634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36" name="Google Shape;5636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37" name="Google Shape;5637;p155"/>
          <p:cNvCxnSpPr>
            <a:stCxn id="5632" idx="1"/>
            <a:endCxn id="5636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38" name="Google Shape;5638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39" name="Google Shape;5639;p155"/>
          <p:cNvCxnSpPr>
            <a:stCxn id="5632" idx="1"/>
            <a:endCxn id="5638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5640" name="Google Shape;5640;p155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641" name="Google Shape;5641;p155"/>
          <p:cNvCxnSpPr>
            <a:stCxn id="5640" idx="2"/>
            <a:endCxn id="5614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2" name="Google Shape;5642;p155"/>
          <p:cNvCxnSpPr>
            <a:stCxn id="5632" idx="0"/>
            <a:endCxn id="5640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3" name="Google Shape;5643;p155"/>
          <p:cNvCxnSpPr>
            <a:stCxn id="5623" idx="0"/>
            <a:endCxn id="5640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4" name="Google Shape;5644;p155"/>
          <p:cNvCxnSpPr>
            <a:stCxn id="5640" idx="2"/>
            <a:endCxn id="5605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5645" name="Google Shape;5645;p155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46" name="Google Shape;5646;p155"/>
          <p:cNvCxnSpPr>
            <a:stCxn id="5645" idx="3"/>
            <a:endCxn id="5640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7" name="Google Shape;5647;p155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8" name="Google Shape;5648;p155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9" name="Google Shape;5649;p155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0" name="Google Shape;5650;p155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1" name="Google Shape;5651;p155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2" name="Google Shape;5652;p155"/>
          <p:cNvSpPr txBox="1"/>
          <p:nvPr/>
        </p:nvSpPr>
        <p:spPr>
          <a:xfrm>
            <a:off x="799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3" name="Google Shape;5653;p155"/>
          <p:cNvSpPr txBox="1"/>
          <p:nvPr/>
        </p:nvSpPr>
        <p:spPr>
          <a:xfrm>
            <a:off x="799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4" name="Google Shape;5654;p155"/>
          <p:cNvSpPr txBox="1"/>
          <p:nvPr/>
        </p:nvSpPr>
        <p:spPr>
          <a:xfrm>
            <a:off x="799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5" name="Google Shape;5655;p155"/>
          <p:cNvSpPr txBox="1"/>
          <p:nvPr/>
        </p:nvSpPr>
        <p:spPr>
          <a:xfrm>
            <a:off x="2704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6" name="Google Shape;5656;p155"/>
          <p:cNvSpPr txBox="1"/>
          <p:nvPr/>
        </p:nvSpPr>
        <p:spPr>
          <a:xfrm>
            <a:off x="2704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7" name="Google Shape;5657;p155"/>
          <p:cNvSpPr txBox="1"/>
          <p:nvPr/>
        </p:nvSpPr>
        <p:spPr>
          <a:xfrm>
            <a:off x="2704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8" name="Google Shape;5658;p155"/>
          <p:cNvSpPr txBox="1"/>
          <p:nvPr/>
        </p:nvSpPr>
        <p:spPr>
          <a:xfrm>
            <a:off x="2704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9" name="Google Shape;5659;p155"/>
          <p:cNvSpPr txBox="1"/>
          <p:nvPr/>
        </p:nvSpPr>
        <p:spPr>
          <a:xfrm>
            <a:off x="4638625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0" name="Google Shape;5660;p155"/>
          <p:cNvSpPr txBox="1"/>
          <p:nvPr/>
        </p:nvSpPr>
        <p:spPr>
          <a:xfrm>
            <a:off x="4638625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1" name="Google Shape;5661;p155"/>
          <p:cNvSpPr txBox="1"/>
          <p:nvPr/>
        </p:nvSpPr>
        <p:spPr>
          <a:xfrm>
            <a:off x="4638625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2" name="Google Shape;5662;p155"/>
          <p:cNvSpPr txBox="1"/>
          <p:nvPr/>
        </p:nvSpPr>
        <p:spPr>
          <a:xfrm>
            <a:off x="4638625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3" name="Google Shape;5663;p155"/>
          <p:cNvSpPr txBox="1"/>
          <p:nvPr/>
        </p:nvSpPr>
        <p:spPr>
          <a:xfrm>
            <a:off x="6634362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4" name="Google Shape;5664;p155"/>
          <p:cNvSpPr txBox="1"/>
          <p:nvPr/>
        </p:nvSpPr>
        <p:spPr>
          <a:xfrm>
            <a:off x="6634362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5" name="Google Shape;5665;p155"/>
          <p:cNvSpPr txBox="1"/>
          <p:nvPr/>
        </p:nvSpPr>
        <p:spPr>
          <a:xfrm>
            <a:off x="6634362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6" name="Google Shape;5666;p155"/>
          <p:cNvSpPr txBox="1"/>
          <p:nvPr/>
        </p:nvSpPr>
        <p:spPr>
          <a:xfrm>
            <a:off x="6634362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70" name="Shape 5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1" name="Google Shape;5671;p15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Cluster - Boa prática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5672" name="Google Shape;5672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673" name="Google Shape;5673;p156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674" name="Google Shape;5674;p156"/>
          <p:cNvCxnSpPr>
            <a:stCxn id="5673" idx="1"/>
            <a:endCxn id="5672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75" name="Google Shape;5675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76" name="Google Shape;5676;p156"/>
          <p:cNvCxnSpPr>
            <a:stCxn id="5673" idx="1"/>
            <a:endCxn id="5675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77" name="Google Shape;5677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78" name="Google Shape;5678;p156"/>
          <p:cNvCxnSpPr>
            <a:stCxn id="5673" idx="1"/>
            <a:endCxn id="5677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79" name="Google Shape;5679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80" name="Google Shape;5680;p156"/>
          <p:cNvCxnSpPr>
            <a:stCxn id="5673" idx="1"/>
            <a:endCxn id="5679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81" name="Google Shape;5681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682" name="Google Shape;5682;p156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683" name="Google Shape;5683;p156"/>
          <p:cNvCxnSpPr>
            <a:stCxn id="5682" idx="1"/>
            <a:endCxn id="5681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84" name="Google Shape;5684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85" name="Google Shape;5685;p156"/>
          <p:cNvCxnSpPr>
            <a:stCxn id="5682" idx="1"/>
            <a:endCxn id="5684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86" name="Google Shape;5686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87" name="Google Shape;5687;p156"/>
          <p:cNvCxnSpPr>
            <a:stCxn id="5682" idx="1"/>
            <a:endCxn id="5686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88" name="Google Shape;5688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89" name="Google Shape;5689;p156"/>
          <p:cNvCxnSpPr>
            <a:stCxn id="5682" idx="1"/>
            <a:endCxn id="5688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90" name="Google Shape;5690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691" name="Google Shape;5691;p156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692" name="Google Shape;5692;p156"/>
          <p:cNvCxnSpPr>
            <a:stCxn id="5691" idx="1"/>
            <a:endCxn id="5690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93" name="Google Shape;5693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94" name="Google Shape;5694;p156"/>
          <p:cNvCxnSpPr>
            <a:stCxn id="5691" idx="1"/>
            <a:endCxn id="5693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95" name="Google Shape;5695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96" name="Google Shape;5696;p156"/>
          <p:cNvCxnSpPr>
            <a:stCxn id="5691" idx="1"/>
            <a:endCxn id="5695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97" name="Google Shape;5697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98" name="Google Shape;5698;p156"/>
          <p:cNvCxnSpPr>
            <a:stCxn id="5691" idx="1"/>
            <a:endCxn id="5697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99" name="Google Shape;5699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700" name="Google Shape;5700;p156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701" name="Google Shape;5701;p156"/>
          <p:cNvCxnSpPr>
            <a:stCxn id="5700" idx="1"/>
            <a:endCxn id="5699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02" name="Google Shape;5702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3" name="Google Shape;5703;p156"/>
          <p:cNvCxnSpPr>
            <a:stCxn id="5700" idx="1"/>
            <a:endCxn id="5702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04" name="Google Shape;5704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5" name="Google Shape;5705;p156"/>
          <p:cNvCxnSpPr>
            <a:stCxn id="5700" idx="1"/>
            <a:endCxn id="5704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06" name="Google Shape;5706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7" name="Google Shape;5707;p156"/>
          <p:cNvCxnSpPr>
            <a:stCxn id="5700" idx="1"/>
            <a:endCxn id="5706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5708" name="Google Shape;5708;p156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709" name="Google Shape;5709;p156"/>
          <p:cNvCxnSpPr>
            <a:stCxn id="5708" idx="2"/>
            <a:endCxn id="5682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0" name="Google Shape;5710;p156"/>
          <p:cNvCxnSpPr>
            <a:stCxn id="5700" idx="0"/>
            <a:endCxn id="5708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1" name="Google Shape;5711;p156"/>
          <p:cNvCxnSpPr>
            <a:stCxn id="5691" idx="0"/>
            <a:endCxn id="5708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2" name="Google Shape;5712;p156"/>
          <p:cNvCxnSpPr>
            <a:stCxn id="5708" idx="2"/>
            <a:endCxn id="5673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5713" name="Google Shape;5713;p156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14" name="Google Shape;5714;p156"/>
          <p:cNvCxnSpPr>
            <a:stCxn id="5713" idx="3"/>
            <a:endCxn id="5708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5" name="Google Shape;5715;p156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6" name="Google Shape;5716;p156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7" name="Google Shape;5717;p156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8" name="Google Shape;5718;p156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9" name="Google Shape;5719;p156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0" name="Google Shape;5720;p156"/>
          <p:cNvSpPr txBox="1"/>
          <p:nvPr/>
        </p:nvSpPr>
        <p:spPr>
          <a:xfrm>
            <a:off x="799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1" name="Google Shape;5721;p156"/>
          <p:cNvSpPr txBox="1"/>
          <p:nvPr/>
        </p:nvSpPr>
        <p:spPr>
          <a:xfrm>
            <a:off x="2704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2" name="Google Shape;5722;p156"/>
          <p:cNvSpPr txBox="1"/>
          <p:nvPr/>
        </p:nvSpPr>
        <p:spPr>
          <a:xfrm>
            <a:off x="2704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3" name="Google Shape;5723;p156"/>
          <p:cNvSpPr txBox="1"/>
          <p:nvPr/>
        </p:nvSpPr>
        <p:spPr>
          <a:xfrm>
            <a:off x="2704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4" name="Google Shape;5724;p156"/>
          <p:cNvSpPr txBox="1"/>
          <p:nvPr/>
        </p:nvSpPr>
        <p:spPr>
          <a:xfrm>
            <a:off x="2704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5" name="Google Shape;5725;p156"/>
          <p:cNvSpPr txBox="1"/>
          <p:nvPr/>
        </p:nvSpPr>
        <p:spPr>
          <a:xfrm>
            <a:off x="4638625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6" name="Google Shape;5726;p156"/>
          <p:cNvSpPr txBox="1"/>
          <p:nvPr/>
        </p:nvSpPr>
        <p:spPr>
          <a:xfrm>
            <a:off x="4638625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7" name="Google Shape;5727;p156"/>
          <p:cNvSpPr txBox="1"/>
          <p:nvPr/>
        </p:nvSpPr>
        <p:spPr>
          <a:xfrm>
            <a:off x="4638625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8" name="Google Shape;5728;p156"/>
          <p:cNvSpPr txBox="1"/>
          <p:nvPr/>
        </p:nvSpPr>
        <p:spPr>
          <a:xfrm>
            <a:off x="4638625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9" name="Google Shape;5729;p156"/>
          <p:cNvSpPr txBox="1"/>
          <p:nvPr/>
        </p:nvSpPr>
        <p:spPr>
          <a:xfrm>
            <a:off x="6634362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0" name="Google Shape;5730;p156"/>
          <p:cNvSpPr txBox="1"/>
          <p:nvPr/>
        </p:nvSpPr>
        <p:spPr>
          <a:xfrm>
            <a:off x="6634362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1" name="Google Shape;5731;p156"/>
          <p:cNvSpPr txBox="1"/>
          <p:nvPr/>
        </p:nvSpPr>
        <p:spPr>
          <a:xfrm>
            <a:off x="6634362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2" name="Google Shape;5732;p156"/>
          <p:cNvSpPr txBox="1"/>
          <p:nvPr/>
        </p:nvSpPr>
        <p:spPr>
          <a:xfrm>
            <a:off x="6634362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3" name="Google Shape;5733;p156"/>
          <p:cNvSpPr txBox="1"/>
          <p:nvPr/>
        </p:nvSpPr>
        <p:spPr>
          <a:xfrm>
            <a:off x="799550" y="3284787"/>
            <a:ext cx="1402800" cy="722100"/>
          </a:xfrm>
          <a:prstGeom prst="rect">
            <a:avLst/>
          </a:prstGeom>
          <a:noFill/>
          <a:ln cap="flat" cmpd="sng" w="9525">
            <a:solidFill>
              <a:srgbClr val="3468B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0CEF6"/>
                </a:solidFill>
                <a:latin typeface="Calibri"/>
                <a:ea typeface="Calibri"/>
                <a:cs typeface="Calibri"/>
                <a:sym typeface="Calibri"/>
              </a:rPr>
              <a:t>Edgenode</a:t>
            </a:r>
            <a:r>
              <a:rPr b="1" lang="pt-BR" sz="1300">
                <a:solidFill>
                  <a:srgbClr val="00CEF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00CE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4" name="Google Shape;5734;p156"/>
          <p:cNvSpPr txBox="1"/>
          <p:nvPr/>
        </p:nvSpPr>
        <p:spPr>
          <a:xfrm>
            <a:off x="799550" y="4068593"/>
            <a:ext cx="1402800" cy="722100"/>
          </a:xfrm>
          <a:prstGeom prst="rect">
            <a:avLst/>
          </a:prstGeom>
          <a:noFill/>
          <a:ln cap="flat" cmpd="sng" w="9525">
            <a:solidFill>
              <a:srgbClr val="3468B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0CEF6"/>
                </a:solidFill>
                <a:latin typeface="Calibri"/>
                <a:ea typeface="Calibri"/>
                <a:cs typeface="Calibri"/>
                <a:sym typeface="Calibri"/>
              </a:rPr>
              <a:t>Edgenode</a:t>
            </a:r>
            <a:r>
              <a:rPr b="1" lang="pt-BR" sz="1300">
                <a:solidFill>
                  <a:srgbClr val="00CEF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00CE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38" name="Shape 5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9" name="Google Shape;5739;p15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Hadoop Cluster - Boa prática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5740" name="Google Shape;5740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564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741" name="Google Shape;5741;p15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18378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742" name="Google Shape;5742;p157"/>
          <p:cNvCxnSpPr>
            <a:stCxn id="5741" idx="1"/>
            <a:endCxn id="5740" idx="1"/>
          </p:cNvCxnSpPr>
          <p:nvPr/>
        </p:nvCxnSpPr>
        <p:spPr>
          <a:xfrm>
            <a:off x="618378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43" name="Google Shape;5743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44" name="Google Shape;5744;p157"/>
          <p:cNvCxnSpPr>
            <a:stCxn id="5741" idx="1"/>
            <a:endCxn id="5743" idx="1"/>
          </p:cNvCxnSpPr>
          <p:nvPr/>
        </p:nvCxnSpPr>
        <p:spPr>
          <a:xfrm>
            <a:off x="618378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45" name="Google Shape;5745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46" name="Google Shape;5746;p157"/>
          <p:cNvCxnSpPr>
            <a:stCxn id="5741" idx="1"/>
            <a:endCxn id="5745" idx="1"/>
          </p:cNvCxnSpPr>
          <p:nvPr/>
        </p:nvCxnSpPr>
        <p:spPr>
          <a:xfrm>
            <a:off x="618378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47" name="Google Shape;5747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564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48" name="Google Shape;5748;p157"/>
          <p:cNvCxnSpPr>
            <a:stCxn id="5741" idx="1"/>
            <a:endCxn id="5747" idx="1"/>
          </p:cNvCxnSpPr>
          <p:nvPr/>
        </p:nvCxnSpPr>
        <p:spPr>
          <a:xfrm>
            <a:off x="618378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49" name="Google Shape;5749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750" name="Google Shape;5750;p15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25307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751" name="Google Shape;5751;p157"/>
          <p:cNvCxnSpPr>
            <a:stCxn id="5750" idx="1"/>
            <a:endCxn id="5749" idx="1"/>
          </p:cNvCxnSpPr>
          <p:nvPr/>
        </p:nvCxnSpPr>
        <p:spPr>
          <a:xfrm>
            <a:off x="25307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52" name="Google Shape;5752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53" name="Google Shape;5753;p157"/>
          <p:cNvCxnSpPr>
            <a:stCxn id="5750" idx="1"/>
            <a:endCxn id="5752" idx="1"/>
          </p:cNvCxnSpPr>
          <p:nvPr/>
        </p:nvCxnSpPr>
        <p:spPr>
          <a:xfrm>
            <a:off x="25307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54" name="Google Shape;5754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55" name="Google Shape;5755;p157"/>
          <p:cNvCxnSpPr>
            <a:stCxn id="5750" idx="1"/>
            <a:endCxn id="5754" idx="1"/>
          </p:cNvCxnSpPr>
          <p:nvPr/>
        </p:nvCxnSpPr>
        <p:spPr>
          <a:xfrm>
            <a:off x="25307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56" name="Google Shape;5756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9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57" name="Google Shape;5757;p157"/>
          <p:cNvCxnSpPr>
            <a:stCxn id="5750" idx="1"/>
            <a:endCxn id="5756" idx="1"/>
          </p:cNvCxnSpPr>
          <p:nvPr/>
        </p:nvCxnSpPr>
        <p:spPr>
          <a:xfrm>
            <a:off x="25307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58" name="Google Shape;5758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759" name="Google Shape;5759;p15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4466702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760" name="Google Shape;5760;p157"/>
          <p:cNvCxnSpPr>
            <a:stCxn id="5759" idx="1"/>
            <a:endCxn id="5758" idx="1"/>
          </p:cNvCxnSpPr>
          <p:nvPr/>
        </p:nvCxnSpPr>
        <p:spPr>
          <a:xfrm>
            <a:off x="4466702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61" name="Google Shape;5761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2" name="Google Shape;5762;p157"/>
          <p:cNvCxnSpPr>
            <a:stCxn id="5759" idx="1"/>
            <a:endCxn id="5761" idx="1"/>
          </p:cNvCxnSpPr>
          <p:nvPr/>
        </p:nvCxnSpPr>
        <p:spPr>
          <a:xfrm>
            <a:off x="4466702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63" name="Google Shape;5763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4" name="Google Shape;5764;p157"/>
          <p:cNvCxnSpPr>
            <a:stCxn id="5759" idx="1"/>
            <a:endCxn id="5763" idx="1"/>
          </p:cNvCxnSpPr>
          <p:nvPr/>
        </p:nvCxnSpPr>
        <p:spPr>
          <a:xfrm>
            <a:off x="4466702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65" name="Google Shape;5765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888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6" name="Google Shape;5766;p157"/>
          <p:cNvCxnSpPr>
            <a:stCxn id="5759" idx="1"/>
            <a:endCxn id="5765" idx="1"/>
          </p:cNvCxnSpPr>
          <p:nvPr/>
        </p:nvCxnSpPr>
        <p:spPr>
          <a:xfrm>
            <a:off x="4466702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67" name="Google Shape;5767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1768779"/>
            <a:ext cx="487943" cy="64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twork switch" id="5768" name="Google Shape;5768;p15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6451493" y="1406767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769" name="Google Shape;5769;p157"/>
          <p:cNvCxnSpPr>
            <a:stCxn id="5768" idx="1"/>
            <a:endCxn id="5767" idx="1"/>
          </p:cNvCxnSpPr>
          <p:nvPr/>
        </p:nvCxnSpPr>
        <p:spPr>
          <a:xfrm>
            <a:off x="6451493" y="1499043"/>
            <a:ext cx="291300" cy="5934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70" name="Google Shape;5770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2543470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71" name="Google Shape;5771;p157"/>
          <p:cNvCxnSpPr>
            <a:stCxn id="5768" idx="1"/>
            <a:endCxn id="5770" idx="1"/>
          </p:cNvCxnSpPr>
          <p:nvPr/>
        </p:nvCxnSpPr>
        <p:spPr>
          <a:xfrm>
            <a:off x="6451493" y="1499043"/>
            <a:ext cx="291300" cy="13680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72" name="Google Shape;5772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3318162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73" name="Google Shape;5773;p157"/>
          <p:cNvCxnSpPr>
            <a:stCxn id="5768" idx="1"/>
            <a:endCxn id="5772" idx="1"/>
          </p:cNvCxnSpPr>
          <p:nvPr/>
        </p:nvCxnSpPr>
        <p:spPr>
          <a:xfrm>
            <a:off x="6451493" y="1499043"/>
            <a:ext cx="291300" cy="21429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74" name="Google Shape;5774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679" y="4092854"/>
            <a:ext cx="487943" cy="6472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75" name="Google Shape;5775;p157"/>
          <p:cNvCxnSpPr>
            <a:stCxn id="5768" idx="1"/>
            <a:endCxn id="5774" idx="1"/>
          </p:cNvCxnSpPr>
          <p:nvPr/>
        </p:nvCxnSpPr>
        <p:spPr>
          <a:xfrm>
            <a:off x="6451493" y="1499043"/>
            <a:ext cx="291300" cy="2917500"/>
          </a:xfrm>
          <a:prstGeom prst="bentConnector3">
            <a:avLst>
              <a:gd fmla="val -75595" name="adj1"/>
            </a:avLst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 result for network switch" id="5776" name="Google Shape;5776;p157"/>
          <p:cNvPicPr preferRelativeResize="0"/>
          <p:nvPr/>
        </p:nvPicPr>
        <p:blipFill rotWithShape="1">
          <a:blip r:embed="rId4">
            <a:alphaModFix/>
          </a:blip>
          <a:srcRect b="41622" l="0" r="0" t="36126"/>
          <a:stretch/>
        </p:blipFill>
        <p:spPr>
          <a:xfrm>
            <a:off x="3254268" y="741463"/>
            <a:ext cx="1070665" cy="184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5777" name="Google Shape;5777;p157"/>
          <p:cNvCxnSpPr>
            <a:stCxn id="5776" idx="2"/>
            <a:endCxn id="5750" idx="0"/>
          </p:cNvCxnSpPr>
          <p:nvPr/>
        </p:nvCxnSpPr>
        <p:spPr>
          <a:xfrm rot="5400000">
            <a:off x="3187351" y="804664"/>
            <a:ext cx="480900" cy="7236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8" name="Google Shape;5778;p157"/>
          <p:cNvCxnSpPr>
            <a:stCxn id="5768" idx="0"/>
            <a:endCxn id="5776" idx="2"/>
          </p:cNvCxnSpPr>
          <p:nvPr/>
        </p:nvCxnSpPr>
        <p:spPr>
          <a:xfrm flipH="1" rot="5400000">
            <a:off x="5147826" y="-432233"/>
            <a:ext cx="480900" cy="31971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9" name="Google Shape;5779;p157"/>
          <p:cNvCxnSpPr>
            <a:stCxn id="5759" idx="0"/>
            <a:endCxn id="5776" idx="2"/>
          </p:cNvCxnSpPr>
          <p:nvPr/>
        </p:nvCxnSpPr>
        <p:spPr>
          <a:xfrm flipH="1" rot="5400000">
            <a:off x="4155435" y="560167"/>
            <a:ext cx="480900" cy="12123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0" name="Google Shape;5780;p157"/>
          <p:cNvCxnSpPr>
            <a:stCxn id="5776" idx="2"/>
            <a:endCxn id="5741" idx="0"/>
          </p:cNvCxnSpPr>
          <p:nvPr/>
        </p:nvCxnSpPr>
        <p:spPr>
          <a:xfrm rot="5400000">
            <a:off x="2231251" y="-151436"/>
            <a:ext cx="480900" cy="26358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Related image" id="5781" name="Google Shape;5781;p157"/>
          <p:cNvPicPr preferRelativeResize="0"/>
          <p:nvPr/>
        </p:nvPicPr>
        <p:blipFill rotWithShape="1">
          <a:blip r:embed="rId6">
            <a:alphaModFix/>
          </a:blip>
          <a:srcRect b="0" l="0" r="0" t="6838"/>
          <a:stretch/>
        </p:blipFill>
        <p:spPr>
          <a:xfrm flipH="1">
            <a:off x="8059925" y="518238"/>
            <a:ext cx="677300" cy="63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2" name="Google Shape;5782;p157"/>
          <p:cNvCxnSpPr>
            <a:stCxn id="5781" idx="3"/>
            <a:endCxn id="5776" idx="3"/>
          </p:cNvCxnSpPr>
          <p:nvPr/>
        </p:nvCxnSpPr>
        <p:spPr>
          <a:xfrm flipH="1">
            <a:off x="4324925" y="833725"/>
            <a:ext cx="37350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3" name="Google Shape;5783;p157"/>
          <p:cNvSpPr txBox="1"/>
          <p:nvPr/>
        </p:nvSpPr>
        <p:spPr>
          <a:xfrm>
            <a:off x="3192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4" name="Google Shape;5784;p157"/>
          <p:cNvSpPr txBox="1"/>
          <p:nvPr/>
        </p:nvSpPr>
        <p:spPr>
          <a:xfrm>
            <a:off x="22314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5" name="Google Shape;5785;p157"/>
          <p:cNvSpPr txBox="1"/>
          <p:nvPr/>
        </p:nvSpPr>
        <p:spPr>
          <a:xfrm>
            <a:off x="4143750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6" name="Google Shape;5786;p157"/>
          <p:cNvSpPr txBox="1"/>
          <p:nvPr/>
        </p:nvSpPr>
        <p:spPr>
          <a:xfrm>
            <a:off x="6119988" y="4867550"/>
            <a:ext cx="1668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8324A"/>
                </a:solidFill>
                <a:latin typeface="Calibri"/>
                <a:ea typeface="Calibri"/>
                <a:cs typeface="Calibri"/>
                <a:sym typeface="Calibri"/>
              </a:rPr>
              <a:t>Rack N</a:t>
            </a:r>
            <a:endParaRPr b="1" sz="1800">
              <a:solidFill>
                <a:srgbClr val="2832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7" name="Google Shape;5787;p157"/>
          <p:cNvSpPr txBox="1"/>
          <p:nvPr/>
        </p:nvSpPr>
        <p:spPr>
          <a:xfrm>
            <a:off x="799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Namenode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8" name="Google Shape;5788;p157"/>
          <p:cNvSpPr txBox="1"/>
          <p:nvPr/>
        </p:nvSpPr>
        <p:spPr>
          <a:xfrm>
            <a:off x="799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9" name="Google Shape;5789;p157"/>
          <p:cNvSpPr txBox="1"/>
          <p:nvPr/>
        </p:nvSpPr>
        <p:spPr>
          <a:xfrm>
            <a:off x="2704550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0" name="Google Shape;5790;p157"/>
          <p:cNvSpPr txBox="1"/>
          <p:nvPr/>
        </p:nvSpPr>
        <p:spPr>
          <a:xfrm>
            <a:off x="2704550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1" name="Google Shape;5791;p157"/>
          <p:cNvSpPr txBox="1"/>
          <p:nvPr/>
        </p:nvSpPr>
        <p:spPr>
          <a:xfrm>
            <a:off x="2704550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2" name="Google Shape;5792;p157"/>
          <p:cNvSpPr txBox="1"/>
          <p:nvPr/>
        </p:nvSpPr>
        <p:spPr>
          <a:xfrm>
            <a:off x="2704550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3" name="Google Shape;5793;p157"/>
          <p:cNvSpPr txBox="1"/>
          <p:nvPr/>
        </p:nvSpPr>
        <p:spPr>
          <a:xfrm>
            <a:off x="4638625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4" name="Google Shape;5794;p157"/>
          <p:cNvSpPr txBox="1"/>
          <p:nvPr/>
        </p:nvSpPr>
        <p:spPr>
          <a:xfrm>
            <a:off x="4638625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5" name="Google Shape;5795;p157"/>
          <p:cNvSpPr txBox="1"/>
          <p:nvPr/>
        </p:nvSpPr>
        <p:spPr>
          <a:xfrm>
            <a:off x="4638625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6" name="Google Shape;5796;p157"/>
          <p:cNvSpPr txBox="1"/>
          <p:nvPr/>
        </p:nvSpPr>
        <p:spPr>
          <a:xfrm>
            <a:off x="4638625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7" name="Google Shape;5797;p157"/>
          <p:cNvSpPr txBox="1"/>
          <p:nvPr/>
        </p:nvSpPr>
        <p:spPr>
          <a:xfrm>
            <a:off x="6634362" y="17299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</a:t>
            </a:r>
            <a:r>
              <a:rPr b="1" lang="pt-B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8" name="Google Shape;5798;p157"/>
          <p:cNvSpPr txBox="1"/>
          <p:nvPr/>
        </p:nvSpPr>
        <p:spPr>
          <a:xfrm>
            <a:off x="6634362" y="2508250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9" name="Google Shape;5799;p157"/>
          <p:cNvSpPr txBox="1"/>
          <p:nvPr/>
        </p:nvSpPr>
        <p:spPr>
          <a:xfrm>
            <a:off x="6634362" y="3286538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0" name="Google Shape;5800;p157"/>
          <p:cNvSpPr txBox="1"/>
          <p:nvPr/>
        </p:nvSpPr>
        <p:spPr>
          <a:xfrm>
            <a:off x="6634362" y="4060826"/>
            <a:ext cx="1402800" cy="722100"/>
          </a:xfrm>
          <a:prstGeom prst="rect">
            <a:avLst/>
          </a:prstGeom>
          <a:noFill/>
          <a:ln cap="flat" cmpd="sng" w="9525">
            <a:solidFill>
              <a:srgbClr val="0E94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E9453"/>
                </a:solidFill>
                <a:latin typeface="Calibri"/>
                <a:ea typeface="Calibri"/>
                <a:cs typeface="Calibri"/>
                <a:sym typeface="Calibri"/>
              </a:rPr>
              <a:t>Datanode </a:t>
            </a:r>
            <a:endParaRPr b="1" sz="1300">
              <a:solidFill>
                <a:srgbClr val="0E94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1" name="Google Shape;5801;p157"/>
          <p:cNvSpPr txBox="1"/>
          <p:nvPr/>
        </p:nvSpPr>
        <p:spPr>
          <a:xfrm>
            <a:off x="799550" y="3284787"/>
            <a:ext cx="1402800" cy="722100"/>
          </a:xfrm>
          <a:prstGeom prst="rect">
            <a:avLst/>
          </a:prstGeom>
          <a:noFill/>
          <a:ln cap="flat" cmpd="sng" w="9525">
            <a:solidFill>
              <a:srgbClr val="3468B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0CEF6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 b="1" sz="1300">
              <a:solidFill>
                <a:srgbClr val="00CE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2" name="Google Shape;5802;p157"/>
          <p:cNvSpPr txBox="1"/>
          <p:nvPr/>
        </p:nvSpPr>
        <p:spPr>
          <a:xfrm>
            <a:off x="799550" y="4068593"/>
            <a:ext cx="1402800" cy="722100"/>
          </a:xfrm>
          <a:prstGeom prst="rect">
            <a:avLst/>
          </a:prstGeom>
          <a:noFill/>
          <a:ln cap="flat" cmpd="sng" w="9525">
            <a:solidFill>
              <a:srgbClr val="3468B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36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0CEF6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 b="1" sz="1300">
              <a:solidFill>
                <a:srgbClr val="00CE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3" name="Google Shape;5803;p157"/>
          <p:cNvSpPr txBox="1"/>
          <p:nvPr/>
        </p:nvSpPr>
        <p:spPr>
          <a:xfrm>
            <a:off x="2231500" y="3292800"/>
            <a:ext cx="6430500" cy="1497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Edgenodes são uma boa prática (!)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Evitam acessos a nodes críticos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Podem ser quaisquer datanodes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Clientes podem acessar edgenodes distintos (evitar estouro de buffer)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07" name="Shape 5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8" name="Google Shape;5808;p15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OK, HDFS  serve para armazenamento distribuído… mas como eu uso?</a:t>
            </a:r>
            <a:endParaRPr sz="2100"/>
          </a:p>
        </p:txBody>
      </p:sp>
      <p:sp>
        <p:nvSpPr>
          <p:cNvPr id="5809" name="Google Shape;5809;p158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importar arquivos enormes para o HDFS?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realizar operações comuns de FS em pastas, arquivos etc.?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Quais interfaces eu posso usar?</a:t>
            </a:r>
            <a:endParaRPr/>
          </a:p>
        </p:txBody>
      </p:sp>
      <p:pic>
        <p:nvPicPr>
          <p:cNvPr id="5810" name="Google Shape;5810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775" y="2440150"/>
            <a:ext cx="4423901" cy="2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14" name="Shape 5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5" name="Google Shape;5815;p159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Demo</a:t>
            </a:r>
            <a:endParaRPr/>
          </a:p>
        </p:txBody>
      </p:sp>
      <p:sp>
        <p:nvSpPr>
          <p:cNvPr id="5816" name="Google Shape;5816;p159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Cloud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20" name="Shape 5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1" name="Google Shape;5821;p16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Avisos</a:t>
            </a:r>
            <a:endParaRPr/>
          </a:p>
        </p:txBody>
      </p:sp>
      <p:sp>
        <p:nvSpPr>
          <p:cNvPr id="5822" name="Google Shape;5822;p160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Vocês também vão fazer práticas (!)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The Data Society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ter um primeiro contato no GCloud para que vocês vejam como realmente acontece na prática/mercado</a:t>
            </a:r>
            <a:endParaRPr/>
          </a:p>
        </p:txBody>
      </p:sp>
      <p:pic>
        <p:nvPicPr>
          <p:cNvPr descr="Image result for amazon  emr" id="5823" name="Google Shape;5823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500" y="3181350"/>
            <a:ext cx="3366524" cy="168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5824" name="Google Shape;5824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625" y="2862900"/>
            <a:ext cx="2797625" cy="279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google cloud dataproc logo" id="5825" name="Google Shape;5825;p160"/>
          <p:cNvPicPr preferRelativeResize="0"/>
          <p:nvPr/>
        </p:nvPicPr>
        <p:blipFill rotWithShape="1">
          <a:blip r:embed="rId5">
            <a:alphaModFix/>
          </a:blip>
          <a:srcRect b="27640" l="0" r="0" t="29770"/>
          <a:stretch/>
        </p:blipFill>
        <p:spPr>
          <a:xfrm>
            <a:off x="5257800" y="3181350"/>
            <a:ext cx="3826100" cy="162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hdinsight logo" id="5826" name="Google Shape;5826;p160"/>
          <p:cNvPicPr preferRelativeResize="0"/>
          <p:nvPr/>
        </p:nvPicPr>
        <p:blipFill rotWithShape="1">
          <a:blip r:embed="rId6">
            <a:alphaModFix/>
          </a:blip>
          <a:srcRect b="44468" l="67274" r="9361" t="15908"/>
          <a:stretch/>
        </p:blipFill>
        <p:spPr>
          <a:xfrm>
            <a:off x="481475" y="3393475"/>
            <a:ext cx="1417426" cy="13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30" name="Shape 5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1" name="Google Shape;5831;p16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Repita você em casa</a:t>
            </a:r>
            <a:endParaRPr/>
          </a:p>
        </p:txBody>
      </p:sp>
      <p:pic>
        <p:nvPicPr>
          <p:cNvPr id="5832" name="Google Shape;5832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99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36" name="Shape 5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" name="Google Shape;5837;p16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8" name="Google Shape;5838;p162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839" name="Google Shape;5839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09966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43" name="Shape 5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4" name="Google Shape;5844;p16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5" name="Google Shape;5845;p163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846" name="Google Shape;5846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996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50" name="Shape 5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1" name="Google Shape;5851;p16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2" name="Google Shape;5852;p164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853" name="Google Shape;5853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9965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57" name="Shape 5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8" name="Google Shape;5858;p16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Repita você em casa</a:t>
            </a:r>
            <a:endParaRPr/>
          </a:p>
        </p:txBody>
      </p:sp>
      <p:pic>
        <p:nvPicPr>
          <p:cNvPr id="5859" name="Google Shape;5859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9966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63" name="Shape 5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4" name="Google Shape;5864;p16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Repita você em casa</a:t>
            </a:r>
            <a:endParaRPr/>
          </a:p>
        </p:txBody>
      </p:sp>
      <p:pic>
        <p:nvPicPr>
          <p:cNvPr id="5865" name="Google Shape;5865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9964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69" name="Shape 5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0" name="Google Shape;5870;p167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00"/>
              <a:t>Demo HDFS no GCloud e The Data Society</a:t>
            </a:r>
            <a:endParaRPr sz="3700"/>
          </a:p>
        </p:txBody>
      </p:sp>
      <p:sp>
        <p:nvSpPr>
          <p:cNvPr id="5871" name="Google Shape;5871;p167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75" name="Shape 5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6" name="Google Shape;5876;p168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Backup</a:t>
            </a:r>
            <a:endParaRPr/>
          </a:p>
        </p:txBody>
      </p:sp>
      <p:sp>
        <p:nvSpPr>
          <p:cNvPr id="5877" name="Google Shape;5877;p168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81" name="Shape 5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2" name="Google Shape;5882;p169"/>
          <p:cNvPicPr preferRelativeResize="0"/>
          <p:nvPr/>
        </p:nvPicPr>
        <p:blipFill rotWithShape="1">
          <a:blip r:embed="rId3">
            <a:alphaModFix/>
          </a:blip>
          <a:srcRect b="28881" l="0" r="0" t="0"/>
          <a:stretch/>
        </p:blipFill>
        <p:spPr>
          <a:xfrm>
            <a:off x="937650" y="762926"/>
            <a:ext cx="6723775" cy="2340926"/>
          </a:xfrm>
          <a:prstGeom prst="rect">
            <a:avLst/>
          </a:prstGeom>
          <a:noFill/>
          <a:ln>
            <a:noFill/>
          </a:ln>
        </p:spPr>
      </p:pic>
      <p:sp>
        <p:nvSpPr>
          <p:cNvPr id="5883" name="Google Shape;5883;p169"/>
          <p:cNvSpPr/>
          <p:nvPr/>
        </p:nvSpPr>
        <p:spPr>
          <a:xfrm>
            <a:off x="988550" y="1413875"/>
            <a:ext cx="7851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4" name="Google Shape;5884;p169"/>
          <p:cNvSpPr/>
          <p:nvPr/>
        </p:nvSpPr>
        <p:spPr>
          <a:xfrm rot="-8860">
            <a:off x="1911673" y="1413690"/>
            <a:ext cx="1164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5" name="Google Shape;5885;p169"/>
          <p:cNvSpPr/>
          <p:nvPr/>
        </p:nvSpPr>
        <p:spPr>
          <a:xfrm>
            <a:off x="2078900" y="1413875"/>
            <a:ext cx="6759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6" name="Google Shape;5886;p169"/>
          <p:cNvSpPr/>
          <p:nvPr/>
        </p:nvSpPr>
        <p:spPr>
          <a:xfrm>
            <a:off x="3169138" y="1413875"/>
            <a:ext cx="3912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7" name="Google Shape;5887;p169"/>
          <p:cNvSpPr/>
          <p:nvPr/>
        </p:nvSpPr>
        <p:spPr>
          <a:xfrm>
            <a:off x="3590012" y="1413875"/>
            <a:ext cx="12000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8" name="Google Shape;5888;p169"/>
          <p:cNvSpPr/>
          <p:nvPr/>
        </p:nvSpPr>
        <p:spPr>
          <a:xfrm>
            <a:off x="4823750" y="1413875"/>
            <a:ext cx="1943400" cy="319800"/>
          </a:xfrm>
          <a:prstGeom prst="rect">
            <a:avLst/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9" name="Google Shape;5889;p169"/>
          <p:cNvSpPr/>
          <p:nvPr/>
        </p:nvSpPr>
        <p:spPr>
          <a:xfrm>
            <a:off x="988550" y="2118675"/>
            <a:ext cx="785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00CEF6"/>
                </a:solidFill>
                <a:latin typeface="Calibri"/>
                <a:ea typeface="Calibri"/>
                <a:cs typeface="Calibri"/>
                <a:sym typeface="Calibri"/>
              </a:rPr>
              <a:t>Permissões</a:t>
            </a:r>
            <a:endParaRPr b="1" sz="900">
              <a:solidFill>
                <a:srgbClr val="00CE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0" name="Google Shape;5890;p169"/>
          <p:cNvSpPr/>
          <p:nvPr/>
        </p:nvSpPr>
        <p:spPr>
          <a:xfrm>
            <a:off x="1577325" y="2466900"/>
            <a:ext cx="785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Fator Replicação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1" name="Google Shape;5891;p169"/>
          <p:cNvSpPr/>
          <p:nvPr/>
        </p:nvSpPr>
        <p:spPr>
          <a:xfrm>
            <a:off x="2024300" y="2815125"/>
            <a:ext cx="785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e Usuário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2" name="Google Shape;5892;p169"/>
          <p:cNvSpPr/>
          <p:nvPr/>
        </p:nvSpPr>
        <p:spPr>
          <a:xfrm>
            <a:off x="2972200" y="2118675"/>
            <a:ext cx="785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Tamanho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3" name="Google Shape;5893;p169"/>
          <p:cNvSpPr/>
          <p:nvPr/>
        </p:nvSpPr>
        <p:spPr>
          <a:xfrm>
            <a:off x="3590000" y="2466900"/>
            <a:ext cx="1200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 modificação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4" name="Google Shape;5894;p169"/>
          <p:cNvSpPr/>
          <p:nvPr/>
        </p:nvSpPr>
        <p:spPr>
          <a:xfrm>
            <a:off x="5195450" y="2815125"/>
            <a:ext cx="1200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Nome e caminho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95" name="Google Shape;5895;p169"/>
          <p:cNvCxnSpPr>
            <a:stCxn id="5883" idx="2"/>
            <a:endCxn id="5889" idx="0"/>
          </p:cNvCxnSpPr>
          <p:nvPr/>
        </p:nvCxnSpPr>
        <p:spPr>
          <a:xfrm flipH="1" rot="-5400000">
            <a:off x="1188950" y="1925825"/>
            <a:ext cx="384900" cy="600"/>
          </a:xfrm>
          <a:prstGeom prst="bentConnector3">
            <a:avLst>
              <a:gd fmla="val 50013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6" name="Google Shape;5896;p169"/>
          <p:cNvCxnSpPr>
            <a:stCxn id="5890" idx="0"/>
            <a:endCxn id="5884" idx="2"/>
          </p:cNvCxnSpPr>
          <p:nvPr/>
        </p:nvCxnSpPr>
        <p:spPr>
          <a:xfrm rot="-5400000">
            <a:off x="1603425" y="2099850"/>
            <a:ext cx="733500" cy="600"/>
          </a:xfrm>
          <a:prstGeom prst="bentConnector3">
            <a:avLst>
              <a:gd fmla="val 49984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7" name="Google Shape;5897;p169"/>
          <p:cNvCxnSpPr>
            <a:stCxn id="5891" idx="0"/>
            <a:endCxn id="5885" idx="2"/>
          </p:cNvCxnSpPr>
          <p:nvPr/>
        </p:nvCxnSpPr>
        <p:spPr>
          <a:xfrm rot="-5400000">
            <a:off x="1876400" y="2274075"/>
            <a:ext cx="1081500" cy="6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8" name="Google Shape;5898;p169"/>
          <p:cNvCxnSpPr>
            <a:stCxn id="5892" idx="0"/>
            <a:endCxn id="5886" idx="2"/>
          </p:cNvCxnSpPr>
          <p:nvPr/>
        </p:nvCxnSpPr>
        <p:spPr>
          <a:xfrm rot="-5400000">
            <a:off x="3172600" y="1925925"/>
            <a:ext cx="384900" cy="600"/>
          </a:xfrm>
          <a:prstGeom prst="bentConnector3">
            <a:avLst>
              <a:gd fmla="val 50013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9" name="Google Shape;5899;p169"/>
          <p:cNvCxnSpPr>
            <a:stCxn id="5893" idx="0"/>
            <a:endCxn id="5887" idx="2"/>
          </p:cNvCxnSpPr>
          <p:nvPr/>
        </p:nvCxnSpPr>
        <p:spPr>
          <a:xfrm rot="-5400000">
            <a:off x="3823700" y="2100000"/>
            <a:ext cx="733200" cy="6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0" name="Google Shape;5900;p169"/>
          <p:cNvCxnSpPr>
            <a:stCxn id="5894" idx="0"/>
            <a:endCxn id="5888" idx="2"/>
          </p:cNvCxnSpPr>
          <p:nvPr/>
        </p:nvCxnSpPr>
        <p:spPr>
          <a:xfrm rot="-5400000">
            <a:off x="5255000" y="2274075"/>
            <a:ext cx="1081500" cy="6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01" name="Google Shape;5901;p169"/>
          <p:cNvPicPr preferRelativeResize="0"/>
          <p:nvPr/>
        </p:nvPicPr>
        <p:blipFill rotWithShape="1">
          <a:blip r:embed="rId3">
            <a:alphaModFix/>
          </a:blip>
          <a:srcRect b="1089" l="0" r="0" t="95049"/>
          <a:stretch/>
        </p:blipFill>
        <p:spPr>
          <a:xfrm>
            <a:off x="937650" y="3103850"/>
            <a:ext cx="6723775" cy="1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heus - Facen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