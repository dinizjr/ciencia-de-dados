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Diniz" userId="663df9ca63940922" providerId="LiveId" clId="{E176E728-FD3F-413A-B690-951052F826C5}"/>
    <pc:docChg chg="modSld">
      <pc:chgData name="José Diniz" userId="663df9ca63940922" providerId="LiveId" clId="{E176E728-FD3F-413A-B690-951052F826C5}" dt="2019-02-23T00:23:48.109" v="25" actId="20577"/>
      <pc:docMkLst>
        <pc:docMk/>
      </pc:docMkLst>
      <pc:sldChg chg="modSp">
        <pc:chgData name="José Diniz" userId="663df9ca63940922" providerId="LiveId" clId="{E176E728-FD3F-413A-B690-951052F826C5}" dt="2019-02-23T00:23:48.109" v="25" actId="20577"/>
        <pc:sldMkLst>
          <pc:docMk/>
          <pc:sldMk cId="0" sldId="259"/>
        </pc:sldMkLst>
        <pc:spChg chg="mod">
          <ac:chgData name="José Diniz" userId="663df9ca63940922" providerId="LiveId" clId="{E176E728-FD3F-413A-B690-951052F826C5}" dt="2019-02-23T00:23:48.109" v="25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ângulo isósceles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ângulo retângulo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ângulo isósceles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11" name="Conector reto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ângulo retângulo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ector reto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95332C75-D6E4-4579-9A5B-CB8CABB8CF0F}" type="datetimeFigureOut">
              <a:rPr lang="pt-BR" smtClean="0"/>
              <a:pPr/>
              <a:t>22/02/2019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927F032-0CD4-4CD7-B1C6-705106166F26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324544" y="836712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pt-BR" dirty="0"/>
              <a:t>Aplicações em Machine </a:t>
            </a:r>
            <a:r>
              <a:rPr lang="pt-BR" dirty="0" err="1"/>
              <a:t>Learning</a:t>
            </a:r>
            <a:br>
              <a:rPr lang="pt-BR" dirty="0"/>
            </a:br>
            <a:r>
              <a:rPr lang="pt-BR" dirty="0"/>
              <a:t>Atividade 02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9552" y="4725144"/>
            <a:ext cx="6984776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Ciro Mora RA:111310</a:t>
            </a:r>
          </a:p>
          <a:p>
            <a:r>
              <a:rPr lang="pt-BR" dirty="0"/>
              <a:t>José Diniz RA:183134</a:t>
            </a:r>
          </a:p>
          <a:p>
            <a:r>
              <a:rPr lang="pt-BR" dirty="0"/>
              <a:t>Renan </a:t>
            </a:r>
            <a:r>
              <a:rPr lang="pt-BR" dirty="0" err="1"/>
              <a:t>Renger</a:t>
            </a:r>
            <a:r>
              <a:rPr lang="pt-BR" dirty="0"/>
              <a:t> RA:183148</a:t>
            </a:r>
          </a:p>
          <a:p>
            <a:r>
              <a:rPr lang="pt-BR" dirty="0"/>
              <a:t>Roberto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704088"/>
            <a:ext cx="8640960" cy="1143000"/>
          </a:xfrm>
        </p:spPr>
        <p:txBody>
          <a:bodyPr>
            <a:normAutofit/>
          </a:bodyPr>
          <a:lstStyle/>
          <a:p>
            <a:r>
              <a:rPr lang="pt-BR" dirty="0"/>
              <a:t>Análise dos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04772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Distribuição dos atributos;</a:t>
            </a:r>
          </a:p>
          <a:p>
            <a:pPr algn="just"/>
            <a:r>
              <a:rPr lang="pt-BR" dirty="0"/>
              <a:t>Dados faltantes;</a:t>
            </a:r>
          </a:p>
          <a:p>
            <a:pPr lvl="1" algn="just"/>
            <a:r>
              <a:rPr lang="pt-BR" dirty="0"/>
              <a:t>Limiar de remoção de 42,5%.</a:t>
            </a:r>
          </a:p>
          <a:p>
            <a:pPr lvl="1" algn="just"/>
            <a:r>
              <a:rPr lang="pt-BR" dirty="0" err="1"/>
              <a:t>Interval</a:t>
            </a:r>
            <a:r>
              <a:rPr lang="pt-BR" dirty="0"/>
              <a:t> -&gt; média.</a:t>
            </a:r>
          </a:p>
          <a:p>
            <a:pPr lvl="1" algn="just"/>
            <a:r>
              <a:rPr lang="pt-BR" dirty="0"/>
              <a:t>Ordinal -&gt; moda.</a:t>
            </a:r>
          </a:p>
          <a:p>
            <a:pPr algn="just"/>
            <a:r>
              <a:rPr lang="pt-BR" dirty="0"/>
              <a:t>Análise da distribuição das classes;</a:t>
            </a:r>
          </a:p>
          <a:p>
            <a:pPr lvl="1" algn="just"/>
            <a:r>
              <a:rPr lang="pt-BR" dirty="0"/>
              <a:t>3,78% dos 595212 registros ocorreram acionamento.</a:t>
            </a:r>
          </a:p>
          <a:p>
            <a:pPr algn="just"/>
            <a:r>
              <a:rPr lang="pt-BR" dirty="0"/>
              <a:t>Dados categóricos;</a:t>
            </a:r>
          </a:p>
          <a:p>
            <a:pPr lvl="1" algn="just"/>
            <a:r>
              <a:rPr lang="pt-BR" dirty="0" err="1"/>
              <a:t>One</a:t>
            </a:r>
            <a:r>
              <a:rPr lang="pt-BR" dirty="0"/>
              <a:t> hot </a:t>
            </a:r>
            <a:r>
              <a:rPr lang="pt-BR" dirty="0" err="1"/>
              <a:t>encoding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399032"/>
          </a:xfrm>
        </p:spPr>
        <p:txBody>
          <a:bodyPr/>
          <a:lstStyle/>
          <a:p>
            <a:r>
              <a:rPr lang="pt-BR" dirty="0"/>
              <a:t>Inicio do treinamento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7572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Identificado que com o ‘</a:t>
            </a:r>
            <a:r>
              <a:rPr lang="pt-BR" dirty="0" err="1"/>
              <a:t>one</a:t>
            </a:r>
            <a:r>
              <a:rPr lang="pt-BR" dirty="0"/>
              <a:t> hot </a:t>
            </a:r>
            <a:r>
              <a:rPr lang="pt-BR" dirty="0" err="1"/>
              <a:t>encoding</a:t>
            </a:r>
            <a:r>
              <a:rPr lang="pt-BR" dirty="0"/>
              <a:t>’ aumentou o número de atributos do </a:t>
            </a:r>
            <a:r>
              <a:rPr lang="pt-BR" dirty="0" err="1"/>
              <a:t>dataset</a:t>
            </a:r>
            <a:r>
              <a:rPr lang="pt-BR" dirty="0"/>
              <a:t>;</a:t>
            </a:r>
          </a:p>
          <a:p>
            <a:pPr algn="just"/>
            <a:r>
              <a:rPr lang="pt-BR" dirty="0"/>
              <a:t>Com isso, optamos pelo uso do Lasso afim de reduzir a quantidade de atributos que não apresentavam contribuição</a:t>
            </a:r>
          </a:p>
          <a:p>
            <a:pPr algn="just"/>
            <a:r>
              <a:rPr lang="pt-BR" dirty="0"/>
              <a:t>Afim da obtenção de melhores resultados, partimos para a utilização de alguns algoritmos se baseando  em um conjunto de resultados;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399032"/>
          </a:xfrm>
        </p:spPr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947712"/>
            <a:ext cx="4608512" cy="2273376"/>
          </a:xfrm>
        </p:spPr>
        <p:txBody>
          <a:bodyPr>
            <a:normAutofit fontScale="77500" lnSpcReduction="20000"/>
          </a:bodyPr>
          <a:lstStyle/>
          <a:p>
            <a:pPr marL="448056" lvl="1" indent="-384048">
              <a:buSzPct val="80000"/>
              <a:buFont typeface="Wingdings 2"/>
              <a:buChar char=""/>
            </a:pPr>
            <a:r>
              <a:rPr lang="pt-BR" b="1" dirty="0"/>
              <a:t>Regressão Logística </a:t>
            </a:r>
            <a:r>
              <a:rPr lang="pt-BR" dirty="0"/>
              <a:t>(?? f.)</a:t>
            </a:r>
          </a:p>
          <a:p>
            <a:pPr lvl="1"/>
            <a:r>
              <a:rPr lang="pt-BR" dirty="0"/>
              <a:t>Acurácia: 0.963415% </a:t>
            </a:r>
          </a:p>
          <a:p>
            <a:pPr lvl="1"/>
            <a:r>
              <a:rPr lang="pt-BR" dirty="0"/>
              <a:t>Recall: 0.0% </a:t>
            </a:r>
          </a:p>
          <a:p>
            <a:pPr lvl="1"/>
            <a:r>
              <a:rPr lang="pt-BR" dirty="0"/>
              <a:t>Precisão: 0.0%</a:t>
            </a:r>
          </a:p>
          <a:p>
            <a:pPr lvl="1"/>
            <a:r>
              <a:rPr lang="pt-BR" dirty="0"/>
              <a:t>Log Loss: 0.152937 </a:t>
            </a:r>
          </a:p>
          <a:p>
            <a:pPr lvl="1"/>
            <a:r>
              <a:rPr lang="pt-BR" dirty="0"/>
              <a:t>F1 </a:t>
            </a:r>
            <a:r>
              <a:rPr lang="pt-BR" dirty="0" err="1"/>
              <a:t>Score</a:t>
            </a:r>
            <a:r>
              <a:rPr lang="pt-BR" dirty="0"/>
              <a:t>: 0.0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788024" y="1988840"/>
            <a:ext cx="4104456" cy="2088232"/>
          </a:xfrm>
          <a:prstGeom prst="rect">
            <a:avLst/>
          </a:prstGeom>
        </p:spPr>
        <p:txBody>
          <a:bodyPr vert="horz" anchor="t">
            <a:normAutofit fontScale="70000" lnSpcReduction="20000"/>
          </a:bodyPr>
          <a:lstStyle/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pt-BR" sz="2600" b="1" dirty="0" err="1"/>
              <a:t>Random</a:t>
            </a:r>
            <a:r>
              <a:rPr lang="pt-BR" sz="2600" b="1" dirty="0"/>
              <a:t> Forest </a:t>
            </a:r>
            <a:r>
              <a:rPr lang="pt-BR" sz="2600" dirty="0"/>
              <a:t>(50f., </a:t>
            </a:r>
            <a:r>
              <a:rPr lang="pt-BR" sz="2600" dirty="0" err="1"/>
              <a:t>n_est</a:t>
            </a:r>
            <a:r>
              <a:rPr lang="pt-BR" sz="2600" dirty="0"/>
              <a:t>=29, </a:t>
            </a:r>
            <a:r>
              <a:rPr lang="pt-BR" sz="2600" dirty="0" err="1"/>
              <a:t>max_depth</a:t>
            </a:r>
            <a:r>
              <a:rPr lang="pt-BR" sz="2600" dirty="0"/>
              <a:t>=6)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Acurácia: 0.926057% 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Recall: 0.50331% 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Precisão: 0.044867%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 Loss: 2.553915 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F1 Score: 0.047442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79512" y="4221088"/>
            <a:ext cx="4752528" cy="2160240"/>
          </a:xfrm>
          <a:prstGeom prst="rect">
            <a:avLst/>
          </a:prstGeom>
        </p:spPr>
        <p:txBody>
          <a:bodyPr vert="horz" anchor="t">
            <a:normAutofit fontScale="77500" lnSpcReduction="20000"/>
          </a:bodyPr>
          <a:lstStyle/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pt-BR" sz="2600" b="1" dirty="0"/>
              <a:t>Decision </a:t>
            </a:r>
            <a:r>
              <a:rPr lang="pt-BR" sz="2600" b="1" dirty="0" err="1"/>
              <a:t>Tree</a:t>
            </a:r>
            <a:r>
              <a:rPr lang="pt-BR" sz="2600" b="1" dirty="0"/>
              <a:t> </a:t>
            </a:r>
            <a:r>
              <a:rPr lang="pt-BR" sz="2600" dirty="0"/>
              <a:t>(50f., </a:t>
            </a:r>
            <a:r>
              <a:rPr lang="pt-BR" sz="2600" dirty="0" err="1"/>
              <a:t>max_depth</a:t>
            </a:r>
            <a:r>
              <a:rPr lang="pt-BR" sz="2600" dirty="0"/>
              <a:t>=1)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Acurácia: 0.922011% 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Recall: 0.060066% 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Precisão: 0.047982%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 Loss: 2.693645 </a:t>
            </a: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F1 Score</a:t>
            </a:r>
            <a:r>
              <a:rPr kumimoji="0" lang="pt-BR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0.053349</a:t>
            </a: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296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5000"/>
              <a:buFont typeface="Verdana"/>
              <a:buChar char="›"/>
              <a:tabLst/>
              <a:defRPr/>
            </a:pP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10105"/>
            <a:ext cx="8229600" cy="1399032"/>
          </a:xfrm>
        </p:spPr>
        <p:txBody>
          <a:bodyPr/>
          <a:lstStyle/>
          <a:p>
            <a:r>
              <a:rPr lang="pt-BR" dirty="0"/>
              <a:t>Melhor resultado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112568"/>
          </a:xfrm>
        </p:spPr>
        <p:txBody>
          <a:bodyPr>
            <a:normAutofit/>
          </a:bodyPr>
          <a:lstStyle/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https://www.kaggle.com/himselfthedecker/aam-atividade-01-bolsa-de-valores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oncurso">
      <a:dk1>
        <a:sysClr val="windowText" lastClr="989EA3"/>
      </a:dk1>
      <a:lt1>
        <a:sysClr val="window" lastClr="2F3135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234</TotalTime>
  <Words>239</Words>
  <Application>Microsoft Office PowerPoint</Application>
  <PresentationFormat>On-screen Show (4:3)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Verdana</vt:lpstr>
      <vt:lpstr>Wingdings 2</vt:lpstr>
      <vt:lpstr>Verve</vt:lpstr>
      <vt:lpstr>Aplicações em Machine Learning Atividade 02</vt:lpstr>
      <vt:lpstr>Análise dos dados</vt:lpstr>
      <vt:lpstr>Inicio do treinamento</vt:lpstr>
      <vt:lpstr>Análise dos resultados</vt:lpstr>
      <vt:lpstr>Melhor resultado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Tarefa 01</dc:title>
  <dc:creator>Léo</dc:creator>
  <cp:lastModifiedBy>José Diniz</cp:lastModifiedBy>
  <cp:revision>47</cp:revision>
  <dcterms:created xsi:type="dcterms:W3CDTF">2019-02-07T20:46:55Z</dcterms:created>
  <dcterms:modified xsi:type="dcterms:W3CDTF">2019-02-23T00:25:08Z</dcterms:modified>
</cp:coreProperties>
</file>