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69" r:id="rId4"/>
    <p:sldId id="299" r:id="rId5"/>
    <p:sldId id="302" r:id="rId6"/>
    <p:sldId id="30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7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91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2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87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02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2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99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92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0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06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44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17850E2-2FCC-4D05-AC9D-21A374B759CD}" type="datetimeFigureOut">
              <a:rPr lang="pt-BR" smtClean="0"/>
              <a:t>16/03/2019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F83F8D-ED5C-4DB4-B279-7D35F78A1185}" type="slidenum">
              <a:rPr lang="pt-BR" smtClean="0"/>
              <a:t>‹#›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4400" dirty="0"/>
              <a:t>Aplicações em aprendizado de máquina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2019/1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Johannes Von Lochter</a:t>
            </a:r>
          </a:p>
        </p:txBody>
      </p:sp>
    </p:spTree>
    <p:extLst>
      <p:ext uri="{BB962C8B-B14F-4D97-AF65-F5344CB8AC3E}">
        <p14:creationId xmlns:p14="http://schemas.microsoft.com/office/powerpoint/2010/main" val="391771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quarto </a:t>
            </a:r>
            <a:r>
              <a:rPr lang="pt-BR" dirty="0"/>
              <a:t>ENCONTRO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Objetivos:</a:t>
            </a:r>
          </a:p>
          <a:p>
            <a:r>
              <a:rPr lang="pt-BR" sz="2400" dirty="0"/>
              <a:t>- </a:t>
            </a:r>
            <a:r>
              <a:rPr lang="pt-BR" sz="2400" dirty="0" smtClean="0"/>
              <a:t>Agrupamento no </a:t>
            </a:r>
            <a:r>
              <a:rPr lang="pt-BR" sz="2400" dirty="0" err="1" smtClean="0"/>
              <a:t>Scikit-Learn</a:t>
            </a:r>
            <a:r>
              <a:rPr lang="pt-BR" sz="2400" dirty="0" smtClean="0"/>
              <a:t> (não-supervisionado);</a:t>
            </a:r>
            <a:endParaRPr lang="pt-BR" sz="2400" dirty="0"/>
          </a:p>
          <a:p>
            <a:r>
              <a:rPr lang="pt-BR" sz="2400" dirty="0" smtClean="0"/>
              <a:t>- </a:t>
            </a:r>
            <a:r>
              <a:rPr lang="pt-BR" sz="2400" dirty="0" smtClean="0"/>
              <a:t>Agrupamento para classificação;</a:t>
            </a:r>
            <a:endParaRPr lang="pt-BR" sz="2400" dirty="0"/>
          </a:p>
          <a:p>
            <a:r>
              <a:rPr lang="pt-BR" sz="2400" dirty="0" smtClean="0"/>
              <a:t>- </a:t>
            </a:r>
            <a:r>
              <a:rPr lang="pt-BR" sz="2400" dirty="0" smtClean="0"/>
              <a:t>Agrupamento como quantização de cores;</a:t>
            </a:r>
          </a:p>
          <a:p>
            <a:r>
              <a:rPr lang="pt-BR" sz="2400" dirty="0" smtClean="0"/>
              <a:t>- E uma prova / trabalho / desafio na segunda parte do dia.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6300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agrupamento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A principal ideia de um algoritmo de agrupamento é encontrar semelhança entre amostras dado os atributos que compõem o conjunto de dados.</a:t>
            </a:r>
          </a:p>
          <a:p>
            <a:pPr marL="0" indent="0" algn="just">
              <a:buNone/>
            </a:pPr>
            <a:endParaRPr lang="pt-BR" sz="2800" b="1" dirty="0">
              <a:solidFill>
                <a:srgbClr val="00B0F0"/>
              </a:solidFill>
            </a:endParaRPr>
          </a:p>
          <a:p>
            <a:pPr marL="0" indent="0" algn="just">
              <a:buNone/>
            </a:pPr>
            <a:r>
              <a:rPr lang="pt-BR" sz="2800" b="1" dirty="0" smtClean="0">
                <a:solidFill>
                  <a:srgbClr val="00B0F0"/>
                </a:solidFill>
              </a:rPr>
              <a:t>Essa técnica é natural não-supervisionada, portanto não depende de rótulo e é altamente recomendável para descoberta de conhecimento (</a:t>
            </a:r>
            <a:r>
              <a:rPr lang="pt-BR" sz="2800" b="1" dirty="0" err="1" smtClean="0">
                <a:solidFill>
                  <a:srgbClr val="00B0F0"/>
                </a:solidFill>
              </a:rPr>
              <a:t>knowledge</a:t>
            </a:r>
            <a:r>
              <a:rPr lang="pt-BR" sz="2800" b="1" dirty="0" smtClean="0">
                <a:solidFill>
                  <a:srgbClr val="00B0F0"/>
                </a:solidFill>
              </a:rPr>
              <a:t> </a:t>
            </a:r>
            <a:r>
              <a:rPr lang="pt-BR" sz="2800" b="1" dirty="0" err="1" smtClean="0">
                <a:solidFill>
                  <a:srgbClr val="00B0F0"/>
                </a:solidFill>
              </a:rPr>
              <a:t>discovery</a:t>
            </a:r>
            <a:r>
              <a:rPr lang="pt-BR" sz="2800" b="1" dirty="0" smtClean="0">
                <a:solidFill>
                  <a:srgbClr val="00B0F0"/>
                </a:solidFill>
              </a:rPr>
              <a:t>).</a:t>
            </a:r>
            <a:endParaRPr lang="pt-BR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4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K-MEANS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800" dirty="0" smtClean="0"/>
              <a:t>O algoritmos de k-Médias (ou k-</a:t>
            </a:r>
            <a:r>
              <a:rPr lang="pt-BR" sz="2800" dirty="0" err="1" smtClean="0"/>
              <a:t>Means</a:t>
            </a:r>
            <a:r>
              <a:rPr lang="pt-BR" sz="2800" dirty="0" smtClean="0"/>
              <a:t>) é o algoritmo mais conhecido para a tarefa de agrupamento. </a:t>
            </a:r>
          </a:p>
          <a:p>
            <a:pPr marL="0" indent="0" algn="just">
              <a:buNone/>
            </a:pPr>
            <a:endParaRPr lang="pt-BR" sz="2800" b="1" dirty="0"/>
          </a:p>
          <a:p>
            <a:pPr marL="0" indent="0" algn="just">
              <a:buNone/>
            </a:pPr>
            <a:r>
              <a:rPr lang="en-US" sz="2800" dirty="0" err="1" smtClean="0"/>
              <a:t>Especialmente</a:t>
            </a:r>
            <a:r>
              <a:rPr lang="en-US" sz="2800" dirty="0" smtClean="0"/>
              <a:t> simples, </a:t>
            </a:r>
            <a:r>
              <a:rPr lang="en-US" sz="2800" dirty="0" err="1" smtClean="0"/>
              <a:t>inicia</a:t>
            </a:r>
            <a:r>
              <a:rPr lang="en-US" sz="2800" dirty="0" smtClean="0"/>
              <a:t>-se um </a:t>
            </a:r>
            <a:r>
              <a:rPr lang="en-US" sz="2800" dirty="0" err="1" smtClean="0"/>
              <a:t>número</a:t>
            </a:r>
            <a:r>
              <a:rPr lang="en-US" sz="2800" dirty="0" smtClean="0"/>
              <a:t> </a:t>
            </a:r>
            <a:r>
              <a:rPr lang="en-US" sz="2800" dirty="0" err="1" smtClean="0"/>
              <a:t>arbitrário</a:t>
            </a:r>
            <a:r>
              <a:rPr lang="en-US" sz="2800" dirty="0" smtClean="0"/>
              <a:t> de </a:t>
            </a:r>
            <a:r>
              <a:rPr lang="en-US" sz="2800" dirty="0" err="1" smtClean="0"/>
              <a:t>pontos</a:t>
            </a:r>
            <a:r>
              <a:rPr lang="en-US" sz="2800" dirty="0" smtClean="0"/>
              <a:t> </a:t>
            </a:r>
            <a:r>
              <a:rPr lang="en-US" sz="2800" dirty="0" err="1" smtClean="0"/>
              <a:t>como</a:t>
            </a:r>
            <a:r>
              <a:rPr lang="en-US" sz="2800" dirty="0" smtClean="0"/>
              <a:t> </a:t>
            </a:r>
            <a:r>
              <a:rPr lang="en-US" sz="2800" dirty="0" err="1" smtClean="0"/>
              <a:t>centros</a:t>
            </a:r>
            <a:r>
              <a:rPr lang="en-US" sz="2800" dirty="0" smtClean="0"/>
              <a:t> dos </a:t>
            </a:r>
            <a:r>
              <a:rPr lang="en-US" sz="2800" dirty="0" err="1" smtClean="0"/>
              <a:t>grupos</a:t>
            </a:r>
            <a:r>
              <a:rPr lang="en-US" sz="2800" dirty="0" smtClean="0"/>
              <a:t> e </a:t>
            </a:r>
            <a:r>
              <a:rPr lang="en-US" sz="2800" dirty="0" err="1" smtClean="0"/>
              <a:t>cada</a:t>
            </a:r>
            <a:r>
              <a:rPr lang="en-US" sz="2800" dirty="0" smtClean="0"/>
              <a:t> </a:t>
            </a:r>
            <a:r>
              <a:rPr lang="en-US" sz="2800" dirty="0" err="1" smtClean="0"/>
              <a:t>ponto</a:t>
            </a:r>
            <a:r>
              <a:rPr lang="en-US" sz="2800" dirty="0" smtClean="0"/>
              <a:t> </a:t>
            </a:r>
            <a:r>
              <a:rPr lang="en-US" sz="2800" dirty="0" err="1" smtClean="0"/>
              <a:t>em</a:t>
            </a:r>
            <a:r>
              <a:rPr lang="en-US" sz="2800" dirty="0" smtClean="0"/>
              <a:t> </a:t>
            </a:r>
            <a:r>
              <a:rPr lang="en-US" sz="2800" dirty="0" err="1" smtClean="0"/>
              <a:t>torno</a:t>
            </a:r>
            <a:r>
              <a:rPr lang="en-US" sz="2800" dirty="0" smtClean="0"/>
              <a:t> é </a:t>
            </a:r>
            <a:r>
              <a:rPr lang="en-US" sz="2800" dirty="0" err="1" smtClean="0"/>
              <a:t>associado</a:t>
            </a:r>
            <a:r>
              <a:rPr lang="en-US" sz="2800" dirty="0" smtClean="0"/>
              <a:t> </a:t>
            </a:r>
            <a:r>
              <a:rPr lang="en-US" sz="2800" dirty="0" err="1" smtClean="0"/>
              <a:t>ao</a:t>
            </a:r>
            <a:r>
              <a:rPr lang="en-US" sz="2800" dirty="0" smtClean="0"/>
              <a:t> </a:t>
            </a:r>
            <a:r>
              <a:rPr lang="en-US" sz="2800" dirty="0" err="1" smtClean="0"/>
              <a:t>centro</a:t>
            </a:r>
            <a:r>
              <a:rPr lang="en-US" sz="2800" dirty="0" smtClean="0"/>
              <a:t> </a:t>
            </a:r>
            <a:r>
              <a:rPr lang="en-US" sz="2800" dirty="0" err="1" smtClean="0"/>
              <a:t>mais</a:t>
            </a:r>
            <a:r>
              <a:rPr lang="en-US" sz="2800" dirty="0" smtClean="0"/>
              <a:t> </a:t>
            </a:r>
            <a:r>
              <a:rPr lang="en-US" sz="2800" dirty="0" err="1" smtClean="0"/>
              <a:t>próximo</a:t>
            </a:r>
            <a:r>
              <a:rPr lang="en-US" sz="2800" dirty="0" smtClean="0"/>
              <a:t>.</a:t>
            </a:r>
          </a:p>
          <a:p>
            <a:pPr marL="0" indent="0" algn="just">
              <a:buNone/>
            </a:pPr>
            <a:r>
              <a:rPr lang="en-US" sz="2800" dirty="0" err="1" smtClean="0"/>
              <a:t>Em</a:t>
            </a:r>
            <a:r>
              <a:rPr lang="en-US" sz="2800" dirty="0" smtClean="0"/>
              <a:t> </a:t>
            </a:r>
            <a:r>
              <a:rPr lang="en-US" sz="2800" dirty="0" err="1" smtClean="0"/>
              <a:t>seguida</a:t>
            </a:r>
            <a:r>
              <a:rPr lang="en-US" sz="2800" dirty="0" smtClean="0"/>
              <a:t>, </a:t>
            </a:r>
            <a:r>
              <a:rPr lang="en-US" sz="2800" dirty="0" err="1" smtClean="0"/>
              <a:t>os</a:t>
            </a:r>
            <a:r>
              <a:rPr lang="en-US" sz="2800" dirty="0" smtClean="0"/>
              <a:t> </a:t>
            </a:r>
            <a:r>
              <a:rPr lang="en-US" sz="2800" dirty="0" err="1" smtClean="0"/>
              <a:t>centros</a:t>
            </a:r>
            <a:r>
              <a:rPr lang="en-US" sz="2800" dirty="0" smtClean="0"/>
              <a:t> </a:t>
            </a:r>
            <a:r>
              <a:rPr lang="en-US" sz="2800" dirty="0" err="1" smtClean="0"/>
              <a:t>são</a:t>
            </a:r>
            <a:r>
              <a:rPr lang="en-US" sz="2800" dirty="0" smtClean="0"/>
              <a:t> </a:t>
            </a:r>
            <a:r>
              <a:rPr lang="en-US" sz="2800" dirty="0" err="1" smtClean="0"/>
              <a:t>movidos</a:t>
            </a:r>
            <a:r>
              <a:rPr lang="en-US" sz="2800" dirty="0" smtClean="0"/>
              <a:t> para a </a:t>
            </a:r>
            <a:r>
              <a:rPr lang="en-US" sz="2800" dirty="0" err="1" smtClean="0"/>
              <a:t>centroide</a:t>
            </a:r>
            <a:r>
              <a:rPr lang="en-US" sz="2800" dirty="0" smtClean="0"/>
              <a:t> dos </a:t>
            </a:r>
            <a:r>
              <a:rPr lang="en-US" sz="2800" dirty="0" err="1" smtClean="0"/>
              <a:t>pontos</a:t>
            </a:r>
            <a:r>
              <a:rPr lang="en-US" sz="2800" dirty="0" smtClean="0"/>
              <a:t>, e </a:t>
            </a:r>
            <a:r>
              <a:rPr lang="en-US" sz="2800" dirty="0" err="1" smtClean="0"/>
              <a:t>os</a:t>
            </a:r>
            <a:r>
              <a:rPr lang="en-US" sz="2800" dirty="0" smtClean="0"/>
              <a:t> </a:t>
            </a:r>
            <a:r>
              <a:rPr lang="en-US" sz="2800" dirty="0" err="1" smtClean="0"/>
              <a:t>pontos</a:t>
            </a:r>
            <a:r>
              <a:rPr lang="en-US" sz="2800" dirty="0" smtClean="0"/>
              <a:t> </a:t>
            </a:r>
            <a:r>
              <a:rPr lang="en-US" sz="2800" dirty="0" err="1" smtClean="0"/>
              <a:t>são</a:t>
            </a:r>
            <a:r>
              <a:rPr lang="en-US" sz="2800" dirty="0" smtClean="0"/>
              <a:t> </a:t>
            </a:r>
            <a:r>
              <a:rPr lang="en-US" sz="2800" dirty="0" err="1" smtClean="0"/>
              <a:t>reassociados</a:t>
            </a:r>
            <a:r>
              <a:rPr lang="en-US" sz="2800" dirty="0" smtClean="0"/>
              <a:t> </a:t>
            </a:r>
            <a:r>
              <a:rPr lang="en-US" sz="2800" dirty="0" err="1" smtClean="0"/>
              <a:t>ao</a:t>
            </a:r>
            <a:r>
              <a:rPr lang="en-US" sz="2800" dirty="0" smtClean="0"/>
              <a:t> </a:t>
            </a:r>
            <a:r>
              <a:rPr lang="en-US" sz="2800" dirty="0" err="1" smtClean="0"/>
              <a:t>centros</a:t>
            </a:r>
            <a:r>
              <a:rPr lang="en-US" sz="2800" dirty="0" smtClean="0"/>
              <a:t> </a:t>
            </a:r>
            <a:r>
              <a:rPr lang="en-US" sz="2800" dirty="0" err="1" smtClean="0"/>
              <a:t>mais</a:t>
            </a:r>
            <a:r>
              <a:rPr lang="en-US" sz="2800" dirty="0" smtClean="0"/>
              <a:t> </a:t>
            </a:r>
            <a:r>
              <a:rPr lang="en-US" sz="2800" dirty="0" err="1" smtClean="0"/>
              <a:t>próximos</a:t>
            </a:r>
            <a:r>
              <a:rPr lang="en-US" sz="2800" dirty="0" smtClean="0"/>
              <a:t>. Continua </a:t>
            </a:r>
            <a:r>
              <a:rPr lang="en-US" sz="2800" dirty="0" err="1" smtClean="0"/>
              <a:t>até</a:t>
            </a:r>
            <a:r>
              <a:rPr lang="en-US" sz="2800" dirty="0" smtClean="0"/>
              <a:t> </a:t>
            </a:r>
            <a:r>
              <a:rPr lang="en-US" sz="2800" dirty="0" err="1" smtClean="0"/>
              <a:t>não</a:t>
            </a:r>
            <a:r>
              <a:rPr lang="en-US" sz="2800" dirty="0" smtClean="0"/>
              <a:t> </a:t>
            </a:r>
            <a:r>
              <a:rPr lang="en-US" sz="2800" dirty="0" err="1" smtClean="0"/>
              <a:t>mudar</a:t>
            </a:r>
            <a:r>
              <a:rPr lang="en-US" sz="2800" dirty="0" smtClean="0"/>
              <a:t> </a:t>
            </a:r>
            <a:r>
              <a:rPr lang="en-US" sz="2800" dirty="0" err="1" smtClean="0"/>
              <a:t>mais</a:t>
            </a:r>
            <a:r>
              <a:rPr lang="en-US" sz="2800" dirty="0" smtClean="0"/>
              <a:t> </a:t>
            </a:r>
            <a:r>
              <a:rPr lang="en-US" sz="2800" dirty="0" err="1" smtClean="0"/>
              <a:t>ou</a:t>
            </a:r>
            <a:r>
              <a:rPr lang="en-US" sz="2800" dirty="0" smtClean="0"/>
              <a:t> </a:t>
            </a:r>
            <a:r>
              <a:rPr lang="en-US" sz="2800" dirty="0" err="1" smtClean="0"/>
              <a:t>mudar</a:t>
            </a:r>
            <a:r>
              <a:rPr lang="en-US" sz="2800" dirty="0" smtClean="0"/>
              <a:t> </a:t>
            </a:r>
            <a:r>
              <a:rPr lang="en-US" sz="2800" dirty="0" err="1" smtClean="0"/>
              <a:t>muito</a:t>
            </a:r>
            <a:r>
              <a:rPr lang="en-US" sz="2800" dirty="0" smtClean="0"/>
              <a:t> </a:t>
            </a:r>
            <a:r>
              <a:rPr lang="en-US" sz="2800" dirty="0" err="1" smtClean="0"/>
              <a:t>pouco</a:t>
            </a:r>
            <a:r>
              <a:rPr lang="en-US" sz="2800" dirty="0" smtClean="0"/>
              <a:t>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53880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Agrupamento hierárquico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800" dirty="0" smtClean="0"/>
              <a:t>Uma das vantagens do agrupamento hierárquico é não depender de um número k previamente definido. O retorno desse método é um </a:t>
            </a:r>
            <a:r>
              <a:rPr lang="pt-BR" sz="2800" dirty="0" err="1" smtClean="0"/>
              <a:t>dendograma</a:t>
            </a:r>
            <a:r>
              <a:rPr lang="pt-BR" sz="2800" dirty="0" smtClean="0"/>
              <a:t> que organiza os dados como uma árvore, e separa os ramos baseados em distância (euclidiana). Pode ser usados de duas formas:</a:t>
            </a:r>
          </a:p>
          <a:p>
            <a:pPr marL="0" indent="0" algn="just">
              <a:buNone/>
            </a:pPr>
            <a:r>
              <a:rPr lang="pt-BR" sz="2800" dirty="0" smtClean="0"/>
              <a:t>Divisível: parte do todo, fazendo as divisões.</a:t>
            </a:r>
          </a:p>
          <a:p>
            <a:pPr marL="0" indent="0" algn="just">
              <a:buNone/>
            </a:pPr>
            <a:r>
              <a:rPr lang="pt-BR" sz="2800" dirty="0" err="1" smtClean="0"/>
              <a:t>Aglomerativo</a:t>
            </a:r>
            <a:r>
              <a:rPr lang="pt-BR" sz="2800" dirty="0" smtClean="0"/>
              <a:t>: parte da unidade, fazendo aglomerações.</a:t>
            </a:r>
          </a:p>
          <a:p>
            <a:pPr marL="0" indent="0" algn="just">
              <a:buNone/>
            </a:pPr>
            <a:r>
              <a:rPr lang="pt-BR" sz="2800" dirty="0" smtClean="0"/>
              <a:t>Conectivo: estabelece que só pode haver conexão entre os vizinhos próximos.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5550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Na prática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/>
              <a:t>Vamos utilizar o seguinte arquivo como roteiro para explorar </a:t>
            </a:r>
            <a:r>
              <a:rPr lang="pt-BR" sz="2800" dirty="0" smtClean="0"/>
              <a:t>esse último tópico que é agrupamento:</a:t>
            </a:r>
            <a:endParaRPr lang="pt-BR" sz="2800" dirty="0"/>
          </a:p>
          <a:p>
            <a:pPr marL="0" indent="0">
              <a:buNone/>
            </a:pPr>
            <a:r>
              <a:rPr lang="pt-BR" sz="2800" b="1" dirty="0" smtClean="0">
                <a:solidFill>
                  <a:schemeClr val="accent4"/>
                </a:solidFill>
              </a:rPr>
              <a:t>04_01_Clustering.ipynb</a:t>
            </a:r>
            <a:endParaRPr lang="pt-BR" sz="2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63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4794</TotalTime>
  <Words>271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Aplicações em aprendizado de máquina 2019/1</vt:lpstr>
      <vt:lpstr>quarto ENCONTRO</vt:lpstr>
      <vt:lpstr>agrupamento</vt:lpstr>
      <vt:lpstr>K-MEANS</vt:lpstr>
      <vt:lpstr>Agrupamento hierárquico</vt:lpstr>
      <vt:lpstr>Na prática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Aplicações em aprendizado de máquina 2019/1</dc:title>
  <dc:creator>Johannes Lochter</dc:creator>
  <cp:lastModifiedBy>Johannes</cp:lastModifiedBy>
  <cp:revision>106</cp:revision>
  <dcterms:created xsi:type="dcterms:W3CDTF">2019-01-24T15:28:39Z</dcterms:created>
  <dcterms:modified xsi:type="dcterms:W3CDTF">2019-03-16T04:26:25Z</dcterms:modified>
</cp:coreProperties>
</file>