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9" r:id="rId3"/>
    <p:sldId id="260" r:id="rId4"/>
    <p:sldId id="284" r:id="rId5"/>
    <p:sldId id="261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86" r:id="rId14"/>
    <p:sldId id="294" r:id="rId15"/>
    <p:sldId id="285" r:id="rId16"/>
    <p:sldId id="295" r:id="rId17"/>
    <p:sldId id="296" r:id="rId18"/>
    <p:sldId id="265" r:id="rId19"/>
    <p:sldId id="299" r:id="rId20"/>
    <p:sldId id="300" r:id="rId21"/>
    <p:sldId id="297" r:id="rId22"/>
    <p:sldId id="298" r:id="rId23"/>
    <p:sldId id="302" r:id="rId24"/>
    <p:sldId id="301" r:id="rId25"/>
    <p:sldId id="304" r:id="rId26"/>
    <p:sldId id="305" r:id="rId27"/>
    <p:sldId id="303" r:id="rId28"/>
    <p:sldId id="307" r:id="rId29"/>
    <p:sldId id="306" r:id="rId30"/>
    <p:sldId id="308" r:id="rId31"/>
    <p:sldId id="309" r:id="rId32"/>
    <p:sldId id="310" r:id="rId33"/>
    <p:sldId id="280" r:id="rId34"/>
  </p:sldIdLst>
  <p:sldSz cx="9144000" cy="5143500" type="screen16x9"/>
  <p:notesSz cx="6858000" cy="9144000"/>
  <p:embeddedFontLst>
    <p:embeddedFont>
      <p:font typeface="Oswald" panose="020B0604020202020204" charset="0"/>
      <p:regular r:id="rId36"/>
      <p:bold r:id="rId37"/>
    </p:embeddedFont>
    <p:embeddedFont>
      <p:font typeface="Alien League" pitchFamily="2" charset="0"/>
      <p:regular r:id="rId38"/>
    </p:embeddedFont>
    <p:embeddedFont>
      <p:font typeface="Source Sans Pro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7D722C9-3CAB-4DCC-862C-09F11F744D65}">
  <a:tblStyle styleId="{37D722C9-3CAB-4DCC-862C-09F11F744D65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2" d="100"/>
          <a:sy n="102" d="100"/>
        </p:scale>
        <p:origin x="-444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29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7999938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Shape 4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4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Shape 4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Shape 47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Shape 4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Shape 51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Shape 52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Shape 47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Shape 47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Shape 48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Shape 48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Shape 73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Shape 73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0" t="0" r="0" b="0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34" name="Shape 34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0" t="0" r="0" b="0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35" name="Shape 35"/>
          <p:cNvSpPr/>
          <p:nvPr/>
        </p:nvSpPr>
        <p:spPr>
          <a:xfrm rot="8100000">
            <a:off x="1847980" y="18145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6" name="Shape 36"/>
          <p:cNvSpPr/>
          <p:nvPr/>
        </p:nvSpPr>
        <p:spPr>
          <a:xfrm rot="8100000">
            <a:off x="6038980" y="209841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" name="Shape 37"/>
          <p:cNvSpPr/>
          <p:nvPr/>
        </p:nvSpPr>
        <p:spPr>
          <a:xfrm rot="8100000">
            <a:off x="7181980" y="21317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38" name="Shape 38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39" name="Shape 39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0" t="0" r="0" b="0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40" name="Shape 40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0" t="0" r="0" b="0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41" name="Shape 41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0" t="0" r="0" b="0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42" name="Shape 42"/>
          <p:cNvGrpSpPr/>
          <p:nvPr/>
        </p:nvGrpSpPr>
        <p:grpSpPr>
          <a:xfrm>
            <a:off x="-42837" y="2005087"/>
            <a:ext cx="9229574" cy="642787"/>
            <a:chOff x="-42837" y="4443487"/>
            <a:chExt cx="9229574" cy="642787"/>
          </a:xfrm>
        </p:grpSpPr>
        <p:sp>
          <p:nvSpPr>
            <p:cNvPr id="43" name="Shape 43"/>
            <p:cNvSpPr/>
            <p:nvPr/>
          </p:nvSpPr>
          <p:spPr>
            <a:xfrm>
              <a:off x="1114450" y="49006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4" name="Shape 44"/>
            <p:cNvSpPr/>
            <p:nvPr/>
          </p:nvSpPr>
          <p:spPr>
            <a:xfrm>
              <a:off x="1495450" y="502927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5" name="Shape 45"/>
            <p:cNvSpPr/>
            <p:nvPr/>
          </p:nvSpPr>
          <p:spPr>
            <a:xfrm>
              <a:off x="733450" y="49721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6" name="Shape 46"/>
            <p:cNvSpPr/>
            <p:nvPr/>
          </p:nvSpPr>
          <p:spPr>
            <a:xfrm>
              <a:off x="352450" y="49626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7" name="Shape 47"/>
            <p:cNvSpPr/>
            <p:nvPr/>
          </p:nvSpPr>
          <p:spPr>
            <a:xfrm>
              <a:off x="-42837" y="46054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8" name="Shape 48"/>
            <p:cNvSpPr/>
            <p:nvPr/>
          </p:nvSpPr>
          <p:spPr>
            <a:xfrm>
              <a:off x="1876450" y="48340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9" name="Shape 49"/>
            <p:cNvSpPr/>
            <p:nvPr/>
          </p:nvSpPr>
          <p:spPr>
            <a:xfrm>
              <a:off x="2257450" y="48292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0" name="Shape 50"/>
            <p:cNvSpPr/>
            <p:nvPr/>
          </p:nvSpPr>
          <p:spPr>
            <a:xfrm>
              <a:off x="2638450" y="454826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1" name="Shape 51"/>
            <p:cNvSpPr/>
            <p:nvPr/>
          </p:nvSpPr>
          <p:spPr>
            <a:xfrm>
              <a:off x="3019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2" name="Shape 52"/>
            <p:cNvSpPr/>
            <p:nvPr/>
          </p:nvSpPr>
          <p:spPr>
            <a:xfrm>
              <a:off x="3400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3" name="Shape 53"/>
            <p:cNvSpPr/>
            <p:nvPr/>
          </p:nvSpPr>
          <p:spPr>
            <a:xfrm>
              <a:off x="3781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4" name="Shape 54"/>
            <p:cNvSpPr/>
            <p:nvPr/>
          </p:nvSpPr>
          <p:spPr>
            <a:xfrm>
              <a:off x="4162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5" name="Shape 55"/>
            <p:cNvSpPr/>
            <p:nvPr/>
          </p:nvSpPr>
          <p:spPr>
            <a:xfrm>
              <a:off x="4543450" y="46673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6" name="Shape 56"/>
            <p:cNvSpPr/>
            <p:nvPr/>
          </p:nvSpPr>
          <p:spPr>
            <a:xfrm>
              <a:off x="4924450" y="45435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7" name="Shape 57"/>
            <p:cNvSpPr/>
            <p:nvPr/>
          </p:nvSpPr>
          <p:spPr>
            <a:xfrm>
              <a:off x="5305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8" name="Shape 58"/>
            <p:cNvSpPr/>
            <p:nvPr/>
          </p:nvSpPr>
          <p:spPr>
            <a:xfrm>
              <a:off x="5686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59" name="Shape 59"/>
            <p:cNvSpPr/>
            <p:nvPr/>
          </p:nvSpPr>
          <p:spPr>
            <a:xfrm>
              <a:off x="6067450" y="48483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0" name="Shape 60"/>
            <p:cNvSpPr/>
            <p:nvPr/>
          </p:nvSpPr>
          <p:spPr>
            <a:xfrm>
              <a:off x="6448450" y="47292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1" name="Shape 61"/>
            <p:cNvSpPr/>
            <p:nvPr/>
          </p:nvSpPr>
          <p:spPr>
            <a:xfrm>
              <a:off x="6829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2" name="Shape 62"/>
            <p:cNvSpPr/>
            <p:nvPr/>
          </p:nvSpPr>
          <p:spPr>
            <a:xfrm>
              <a:off x="7210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3" name="Shape 63"/>
            <p:cNvSpPr/>
            <p:nvPr/>
          </p:nvSpPr>
          <p:spPr>
            <a:xfrm>
              <a:off x="7591450" y="44434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4" name="Shape 64"/>
            <p:cNvSpPr/>
            <p:nvPr/>
          </p:nvSpPr>
          <p:spPr>
            <a:xfrm>
              <a:off x="7972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5" name="Shape 65"/>
            <p:cNvSpPr/>
            <p:nvPr/>
          </p:nvSpPr>
          <p:spPr>
            <a:xfrm>
              <a:off x="8353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6" name="Shape 66"/>
            <p:cNvSpPr/>
            <p:nvPr/>
          </p:nvSpPr>
          <p:spPr>
            <a:xfrm>
              <a:off x="8734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67" name="Shape 67"/>
            <p:cNvSpPr/>
            <p:nvPr/>
          </p:nvSpPr>
          <p:spPr>
            <a:xfrm>
              <a:off x="9129737" y="48673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68" name="Shape 68"/>
          <p:cNvSpPr/>
          <p:nvPr/>
        </p:nvSpPr>
        <p:spPr>
          <a:xfrm>
            <a:off x="2990700" y="214780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69" name="Shape 69"/>
          <p:cNvSpPr/>
          <p:nvPr/>
        </p:nvSpPr>
        <p:spPr>
          <a:xfrm>
            <a:off x="1085700" y="243355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>
            <a:off x="4895700" y="2077631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1" name="Shape 71"/>
          <p:cNvSpPr/>
          <p:nvPr/>
        </p:nvSpPr>
        <p:spPr>
          <a:xfrm rot="8100000">
            <a:off x="8699949" y="189076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ctrTitle"/>
          </p:nvPr>
        </p:nvSpPr>
        <p:spPr>
          <a:xfrm>
            <a:off x="2847975" y="3363425"/>
            <a:ext cx="5610300" cy="11597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1pPr>
            <a:lvl2pPr lvl="1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2pPr>
            <a:lvl3pPr lvl="2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3pPr>
            <a:lvl4pPr lvl="3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4pPr>
            <a:lvl5pPr lvl="4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5pPr>
            <a:lvl6pPr lvl="5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6pPr>
            <a:lvl7pPr lvl="6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7pPr>
            <a:lvl8pPr lvl="7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8pPr>
            <a:lvl9pPr lvl="8" algn="r">
              <a:spcBef>
                <a:spcPts val="0"/>
              </a:spcBef>
              <a:buClr>
                <a:srgbClr val="FFFFFF"/>
              </a:buClr>
              <a:buSzPct val="100000"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/>
          <p:nvPr/>
        </p:nvSpPr>
        <p:spPr>
          <a:xfrm>
            <a:off x="-26775" y="2008375"/>
            <a:ext cx="9210650" cy="3172625"/>
          </a:xfrm>
          <a:custGeom>
            <a:avLst/>
            <a:gdLst/>
            <a:ahLst/>
            <a:cxnLst/>
            <a:rect l="0" t="0" r="0" b="0"/>
            <a:pathLst>
              <a:path w="368426" h="126905" extrusionOk="0">
                <a:moveTo>
                  <a:pt x="309" y="263"/>
                </a:moveTo>
                <a:lnTo>
                  <a:pt x="16502" y="11294"/>
                </a:lnTo>
                <a:lnTo>
                  <a:pt x="31551" y="5122"/>
                </a:lnTo>
                <a:lnTo>
                  <a:pt x="62412" y="4991"/>
                </a:lnTo>
                <a:lnTo>
                  <a:pt x="77652" y="0"/>
                </a:lnTo>
                <a:lnTo>
                  <a:pt x="92892" y="13527"/>
                </a:lnTo>
                <a:lnTo>
                  <a:pt x="107942" y="21276"/>
                </a:lnTo>
                <a:lnTo>
                  <a:pt x="122991" y="21145"/>
                </a:lnTo>
                <a:lnTo>
                  <a:pt x="138993" y="10375"/>
                </a:lnTo>
                <a:lnTo>
                  <a:pt x="154043" y="7880"/>
                </a:lnTo>
                <a:lnTo>
                  <a:pt x="168711" y="2349"/>
                </a:lnTo>
                <a:lnTo>
                  <a:pt x="184332" y="14841"/>
                </a:lnTo>
                <a:lnTo>
                  <a:pt x="199572" y="15274"/>
                </a:lnTo>
                <a:lnTo>
                  <a:pt x="214622" y="25085"/>
                </a:lnTo>
                <a:lnTo>
                  <a:pt x="230052" y="25085"/>
                </a:lnTo>
                <a:lnTo>
                  <a:pt x="246054" y="20094"/>
                </a:lnTo>
                <a:lnTo>
                  <a:pt x="261104" y="20094"/>
                </a:lnTo>
                <a:lnTo>
                  <a:pt x="275391" y="11426"/>
                </a:lnTo>
                <a:lnTo>
                  <a:pt x="291584" y="16810"/>
                </a:lnTo>
                <a:lnTo>
                  <a:pt x="305871" y="8143"/>
                </a:lnTo>
                <a:lnTo>
                  <a:pt x="336732" y="8012"/>
                </a:lnTo>
                <a:lnTo>
                  <a:pt x="351782" y="11294"/>
                </a:lnTo>
                <a:lnTo>
                  <a:pt x="367593" y="2758"/>
                </a:lnTo>
                <a:lnTo>
                  <a:pt x="368426" y="126905"/>
                </a:lnTo>
                <a:lnTo>
                  <a:pt x="0" y="12636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75" name="Shape 75"/>
          <p:cNvSpPr/>
          <p:nvPr/>
        </p:nvSpPr>
        <p:spPr>
          <a:xfrm>
            <a:off x="-26775" y="2139700"/>
            <a:ext cx="9210650" cy="3041300"/>
          </a:xfrm>
          <a:custGeom>
            <a:avLst/>
            <a:gdLst/>
            <a:ahLst/>
            <a:cxnLst/>
            <a:rect l="0" t="0" r="0" b="0"/>
            <a:pathLst>
              <a:path w="368426" h="121652" extrusionOk="0">
                <a:moveTo>
                  <a:pt x="309" y="5516"/>
                </a:moveTo>
                <a:lnTo>
                  <a:pt x="16692" y="11214"/>
                </a:lnTo>
                <a:lnTo>
                  <a:pt x="47172" y="11214"/>
                </a:lnTo>
                <a:lnTo>
                  <a:pt x="62412" y="6843"/>
                </a:lnTo>
                <a:lnTo>
                  <a:pt x="77652" y="16156"/>
                </a:lnTo>
                <a:lnTo>
                  <a:pt x="92892" y="16156"/>
                </a:lnTo>
                <a:lnTo>
                  <a:pt x="107370" y="11214"/>
                </a:lnTo>
                <a:lnTo>
                  <a:pt x="122610" y="8173"/>
                </a:lnTo>
                <a:lnTo>
                  <a:pt x="138612" y="8173"/>
                </a:lnTo>
                <a:lnTo>
                  <a:pt x="153852" y="10834"/>
                </a:lnTo>
                <a:lnTo>
                  <a:pt x="168711" y="7603"/>
                </a:lnTo>
                <a:lnTo>
                  <a:pt x="183951" y="12734"/>
                </a:lnTo>
                <a:lnTo>
                  <a:pt x="199572" y="20527"/>
                </a:lnTo>
                <a:lnTo>
                  <a:pt x="214050" y="15205"/>
                </a:lnTo>
                <a:lnTo>
                  <a:pt x="229671" y="15205"/>
                </a:lnTo>
                <a:lnTo>
                  <a:pt x="245292" y="5892"/>
                </a:lnTo>
                <a:lnTo>
                  <a:pt x="260532" y="11214"/>
                </a:lnTo>
                <a:lnTo>
                  <a:pt x="275772" y="11214"/>
                </a:lnTo>
                <a:lnTo>
                  <a:pt x="291012" y="6843"/>
                </a:lnTo>
                <a:lnTo>
                  <a:pt x="321492" y="6843"/>
                </a:lnTo>
                <a:lnTo>
                  <a:pt x="336732" y="15966"/>
                </a:lnTo>
                <a:lnTo>
                  <a:pt x="351210" y="12734"/>
                </a:lnTo>
                <a:lnTo>
                  <a:pt x="367593" y="0"/>
                </a:lnTo>
                <a:lnTo>
                  <a:pt x="368426" y="121652"/>
                </a:lnTo>
                <a:lnTo>
                  <a:pt x="0" y="121652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76" name="Shape 76"/>
          <p:cNvSpPr/>
          <p:nvPr/>
        </p:nvSpPr>
        <p:spPr>
          <a:xfrm rot="8100000">
            <a:off x="1847980" y="18145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7" name="Shape 77"/>
          <p:cNvSpPr/>
          <p:nvPr/>
        </p:nvSpPr>
        <p:spPr>
          <a:xfrm rot="8100000">
            <a:off x="6038980" y="209841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78" name="Shape 78"/>
          <p:cNvSpPr/>
          <p:nvPr/>
        </p:nvSpPr>
        <p:spPr>
          <a:xfrm rot="8100000">
            <a:off x="7181980" y="21317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79" name="Shape 79"/>
          <p:cNvGrpSpPr/>
          <p:nvPr/>
        </p:nvGrpSpPr>
        <p:grpSpPr>
          <a:xfrm>
            <a:off x="-9525" y="2024075"/>
            <a:ext cx="9167825" cy="595300"/>
            <a:chOff x="-9525" y="4462475"/>
            <a:chExt cx="9167825" cy="595300"/>
          </a:xfrm>
        </p:grpSpPr>
        <p:sp>
          <p:nvSpPr>
            <p:cNvPr id="80" name="Shape 80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0" t="0" r="0" b="0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81" name="Shape 81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0" t="0" r="0" b="0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82" name="Shape 82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0" t="0" r="0" b="0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83" name="Shape 83"/>
          <p:cNvGrpSpPr/>
          <p:nvPr/>
        </p:nvGrpSpPr>
        <p:grpSpPr>
          <a:xfrm>
            <a:off x="-42837" y="2005087"/>
            <a:ext cx="9229574" cy="642787"/>
            <a:chOff x="-42837" y="4443487"/>
            <a:chExt cx="9229574" cy="642787"/>
          </a:xfrm>
        </p:grpSpPr>
        <p:sp>
          <p:nvSpPr>
            <p:cNvPr id="84" name="Shape 84"/>
            <p:cNvSpPr/>
            <p:nvPr/>
          </p:nvSpPr>
          <p:spPr>
            <a:xfrm>
              <a:off x="1114450" y="49006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5" name="Shape 85"/>
            <p:cNvSpPr/>
            <p:nvPr/>
          </p:nvSpPr>
          <p:spPr>
            <a:xfrm>
              <a:off x="1495450" y="502927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6" name="Shape 86"/>
            <p:cNvSpPr/>
            <p:nvPr/>
          </p:nvSpPr>
          <p:spPr>
            <a:xfrm>
              <a:off x="733450" y="49721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7" name="Shape 87"/>
            <p:cNvSpPr/>
            <p:nvPr/>
          </p:nvSpPr>
          <p:spPr>
            <a:xfrm>
              <a:off x="352450" y="49626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8" name="Shape 88"/>
            <p:cNvSpPr/>
            <p:nvPr/>
          </p:nvSpPr>
          <p:spPr>
            <a:xfrm>
              <a:off x="-42837" y="46054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9" name="Shape 89"/>
            <p:cNvSpPr/>
            <p:nvPr/>
          </p:nvSpPr>
          <p:spPr>
            <a:xfrm>
              <a:off x="1876450" y="48340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0" name="Shape 90"/>
            <p:cNvSpPr/>
            <p:nvPr/>
          </p:nvSpPr>
          <p:spPr>
            <a:xfrm>
              <a:off x="2257450" y="48292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1" name="Shape 91"/>
            <p:cNvSpPr/>
            <p:nvPr/>
          </p:nvSpPr>
          <p:spPr>
            <a:xfrm>
              <a:off x="2638450" y="454826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2" name="Shape 92"/>
            <p:cNvSpPr/>
            <p:nvPr/>
          </p:nvSpPr>
          <p:spPr>
            <a:xfrm>
              <a:off x="3019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3" name="Shape 93"/>
            <p:cNvSpPr/>
            <p:nvPr/>
          </p:nvSpPr>
          <p:spPr>
            <a:xfrm>
              <a:off x="3400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4" name="Shape 94"/>
            <p:cNvSpPr/>
            <p:nvPr/>
          </p:nvSpPr>
          <p:spPr>
            <a:xfrm>
              <a:off x="3781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5" name="Shape 95"/>
            <p:cNvSpPr/>
            <p:nvPr/>
          </p:nvSpPr>
          <p:spPr>
            <a:xfrm>
              <a:off x="4162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6" name="Shape 96"/>
            <p:cNvSpPr/>
            <p:nvPr/>
          </p:nvSpPr>
          <p:spPr>
            <a:xfrm>
              <a:off x="4543450" y="46673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7" name="Shape 97"/>
            <p:cNvSpPr/>
            <p:nvPr/>
          </p:nvSpPr>
          <p:spPr>
            <a:xfrm>
              <a:off x="4924450" y="45435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8" name="Shape 98"/>
            <p:cNvSpPr/>
            <p:nvPr/>
          </p:nvSpPr>
          <p:spPr>
            <a:xfrm>
              <a:off x="5305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99" name="Shape 99"/>
            <p:cNvSpPr/>
            <p:nvPr/>
          </p:nvSpPr>
          <p:spPr>
            <a:xfrm>
              <a:off x="5686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0" name="Shape 100"/>
            <p:cNvSpPr/>
            <p:nvPr/>
          </p:nvSpPr>
          <p:spPr>
            <a:xfrm>
              <a:off x="6067450" y="48483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1" name="Shape 101"/>
            <p:cNvSpPr/>
            <p:nvPr/>
          </p:nvSpPr>
          <p:spPr>
            <a:xfrm>
              <a:off x="6448450" y="47292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2" name="Shape 102"/>
            <p:cNvSpPr/>
            <p:nvPr/>
          </p:nvSpPr>
          <p:spPr>
            <a:xfrm>
              <a:off x="6829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3" name="Shape 103"/>
            <p:cNvSpPr/>
            <p:nvPr/>
          </p:nvSpPr>
          <p:spPr>
            <a:xfrm>
              <a:off x="7210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4" name="Shape 104"/>
            <p:cNvSpPr/>
            <p:nvPr/>
          </p:nvSpPr>
          <p:spPr>
            <a:xfrm>
              <a:off x="7591450" y="44434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5" name="Shape 105"/>
            <p:cNvSpPr/>
            <p:nvPr/>
          </p:nvSpPr>
          <p:spPr>
            <a:xfrm>
              <a:off x="7972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6" name="Shape 106"/>
            <p:cNvSpPr/>
            <p:nvPr/>
          </p:nvSpPr>
          <p:spPr>
            <a:xfrm>
              <a:off x="8353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7" name="Shape 107"/>
            <p:cNvSpPr/>
            <p:nvPr/>
          </p:nvSpPr>
          <p:spPr>
            <a:xfrm>
              <a:off x="8734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08" name="Shape 108"/>
            <p:cNvSpPr/>
            <p:nvPr/>
          </p:nvSpPr>
          <p:spPr>
            <a:xfrm>
              <a:off x="9129737" y="48673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09" name="Shape 109"/>
          <p:cNvSpPr/>
          <p:nvPr/>
        </p:nvSpPr>
        <p:spPr>
          <a:xfrm>
            <a:off x="2990700" y="214780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0" name="Shape 110"/>
          <p:cNvSpPr/>
          <p:nvPr/>
        </p:nvSpPr>
        <p:spPr>
          <a:xfrm>
            <a:off x="1085700" y="243355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1" name="Shape 111"/>
          <p:cNvSpPr/>
          <p:nvPr/>
        </p:nvSpPr>
        <p:spPr>
          <a:xfrm>
            <a:off x="4895700" y="2077631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2" name="Shape 112"/>
          <p:cNvSpPr/>
          <p:nvPr/>
        </p:nvSpPr>
        <p:spPr>
          <a:xfrm rot="8100000">
            <a:off x="8699949" y="189076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3" name="Shape 11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r" rtl="0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buClr>
                <a:srgbClr val="FFFFFF"/>
              </a:buClr>
              <a:buSzPct val="100000"/>
              <a:defRPr sz="3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4" name="Shape 114"/>
          <p:cNvSpPr txBox="1">
            <a:spLocks noGrp="1"/>
          </p:cNvSpPr>
          <p:nvPr>
            <p:ph type="subTitle" idx="1"/>
          </p:nvPr>
        </p:nvSpPr>
        <p:spPr>
          <a:xfrm>
            <a:off x="2309440" y="4059250"/>
            <a:ext cx="5214599" cy="7847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r" rtl="0">
              <a:spcBef>
                <a:spcPts val="0"/>
              </a:spcBef>
              <a:buClr>
                <a:srgbClr val="FFFFFF"/>
              </a:buClr>
              <a:buNone/>
              <a:defRPr>
                <a:solidFill>
                  <a:srgbClr val="FFFFFF"/>
                </a:solidFill>
              </a:defRPr>
            </a:lvl1pPr>
            <a:lvl2pPr lvl="1" algn="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3000">
                <a:solidFill>
                  <a:srgbClr val="FFFFFF"/>
                </a:solidFill>
              </a:defRPr>
            </a:lvl2pPr>
            <a:lvl3pPr lvl="2" algn="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3000">
                <a:solidFill>
                  <a:srgbClr val="FFFFFF"/>
                </a:solidFill>
              </a:defRPr>
            </a:lvl3pPr>
            <a:lvl4pPr lvl="3" algn="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3000">
                <a:solidFill>
                  <a:srgbClr val="FFFFFF"/>
                </a:solidFill>
              </a:defRPr>
            </a:lvl4pPr>
            <a:lvl5pPr lvl="4" algn="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3000">
                <a:solidFill>
                  <a:srgbClr val="FFFFFF"/>
                </a:solidFill>
              </a:defRPr>
            </a:lvl5pPr>
            <a:lvl6pPr lvl="5" algn="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3000">
                <a:solidFill>
                  <a:srgbClr val="FFFFFF"/>
                </a:solidFill>
              </a:defRPr>
            </a:lvl6pPr>
            <a:lvl7pPr lvl="6" algn="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3000">
                <a:solidFill>
                  <a:srgbClr val="FFFFFF"/>
                </a:solidFill>
              </a:defRPr>
            </a:lvl7pPr>
            <a:lvl8pPr lvl="7" algn="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3000">
                <a:solidFill>
                  <a:srgbClr val="FFFFFF"/>
                </a:solidFill>
              </a:defRPr>
            </a:lvl8pPr>
            <a:lvl9pPr lvl="8" algn="r" rtl="0">
              <a:spcBef>
                <a:spcPts val="0"/>
              </a:spcBef>
              <a:buClr>
                <a:srgbClr val="FFFFFF"/>
              </a:buClr>
              <a:buSzPct val="100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1519975" y="2161800"/>
            <a:ext cx="6104099" cy="819899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SzPct val="100000"/>
              <a:defRPr sz="3000" i="1"/>
            </a:lvl1pPr>
            <a:lvl2pPr lvl="1" algn="ctr" rtl="0">
              <a:spcBef>
                <a:spcPts val="0"/>
              </a:spcBef>
              <a:buSzPct val="100000"/>
              <a:defRPr sz="3000" i="1"/>
            </a:lvl2pPr>
            <a:lvl3pPr lvl="2" algn="ctr" rtl="0">
              <a:spcBef>
                <a:spcPts val="0"/>
              </a:spcBef>
              <a:buSzPct val="100000"/>
              <a:defRPr sz="3000" i="1"/>
            </a:lvl3pPr>
            <a:lvl4pPr lvl="3" algn="ctr" rtl="0">
              <a:spcBef>
                <a:spcPts val="0"/>
              </a:spcBef>
              <a:buSzPct val="100000"/>
              <a:defRPr sz="3000" i="1"/>
            </a:lvl4pPr>
            <a:lvl5pPr lvl="4" algn="ctr" rtl="0">
              <a:spcBef>
                <a:spcPts val="0"/>
              </a:spcBef>
              <a:buSzPct val="100000"/>
              <a:defRPr sz="3000" i="1"/>
            </a:lvl5pPr>
            <a:lvl6pPr lvl="5" algn="ctr" rtl="0">
              <a:spcBef>
                <a:spcPts val="0"/>
              </a:spcBef>
              <a:buSzPct val="100000"/>
              <a:defRPr sz="3000" i="1"/>
            </a:lvl6pPr>
            <a:lvl7pPr lvl="6" algn="ctr" rtl="0">
              <a:spcBef>
                <a:spcPts val="0"/>
              </a:spcBef>
              <a:buSzPct val="100000"/>
              <a:defRPr sz="3000" i="1"/>
            </a:lvl7pPr>
            <a:lvl8pPr lvl="7" algn="ctr" rtl="0">
              <a:spcBef>
                <a:spcPts val="0"/>
              </a:spcBef>
              <a:buSzPct val="100000"/>
              <a:defRPr sz="3000" i="1"/>
            </a:lvl8pPr>
            <a:lvl9pPr lvl="8" algn="ctr">
              <a:spcBef>
                <a:spcPts val="0"/>
              </a:spcBef>
              <a:buSzPct val="100000"/>
              <a:defRPr sz="3000" i="1"/>
            </a:lvl9pPr>
          </a:lstStyle>
          <a:p>
            <a:endParaRPr/>
          </a:p>
        </p:txBody>
      </p:sp>
      <p:sp>
        <p:nvSpPr>
          <p:cNvPr id="117" name="Shape 117"/>
          <p:cNvSpPr txBox="1"/>
          <p:nvPr/>
        </p:nvSpPr>
        <p:spPr>
          <a:xfrm>
            <a:off x="3593400" y="552768"/>
            <a:ext cx="1957200" cy="6536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" sz="9600">
                <a:solidFill>
                  <a:srgbClr val="00CEF6"/>
                </a:solidFill>
              </a:rPr>
              <a:t>“</a:t>
            </a:r>
          </a:p>
        </p:txBody>
      </p:sp>
      <p:sp>
        <p:nvSpPr>
          <p:cNvPr id="118" name="Shape 118"/>
          <p:cNvSpPr/>
          <p:nvPr/>
        </p:nvSpPr>
        <p:spPr>
          <a:xfrm>
            <a:off x="-28575" y="4446775"/>
            <a:ext cx="9191625" cy="712477"/>
          </a:xfrm>
          <a:custGeom>
            <a:avLst/>
            <a:gdLst/>
            <a:ahLst/>
            <a:cxnLst/>
            <a:rect l="0" t="0" r="0" b="0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119" name="Shape 119"/>
          <p:cNvSpPr/>
          <p:nvPr/>
        </p:nvSpPr>
        <p:spPr>
          <a:xfrm>
            <a:off x="-28575" y="4578111"/>
            <a:ext cx="9191625" cy="584438"/>
          </a:xfrm>
          <a:custGeom>
            <a:avLst/>
            <a:gdLst/>
            <a:ahLst/>
            <a:cxnLst/>
            <a:rect l="0" t="0" r="0" b="0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120" name="Shape 120"/>
          <p:cNvSpPr/>
          <p:nvPr/>
        </p:nvSpPr>
        <p:spPr>
          <a:xfrm rot="8100000">
            <a:off x="1847980" y="42529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1" name="Shape 121"/>
          <p:cNvSpPr/>
          <p:nvPr/>
        </p:nvSpPr>
        <p:spPr>
          <a:xfrm rot="8100000">
            <a:off x="6038980" y="453681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2" name="Shape 122"/>
          <p:cNvSpPr/>
          <p:nvPr/>
        </p:nvSpPr>
        <p:spPr>
          <a:xfrm rot="8100000">
            <a:off x="7181980" y="45701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123" name="Shape 123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24" name="Shape 124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0" t="0" r="0" b="0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125" name="Shape 125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0" t="0" r="0" b="0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126" name="Shape 126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0" t="0" r="0" b="0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127" name="Shape 127"/>
          <p:cNvGrpSpPr/>
          <p:nvPr/>
        </p:nvGrpSpPr>
        <p:grpSpPr>
          <a:xfrm>
            <a:off x="-42837" y="4443487"/>
            <a:ext cx="9229574" cy="642787"/>
            <a:chOff x="-42837" y="4443487"/>
            <a:chExt cx="9229574" cy="642787"/>
          </a:xfrm>
        </p:grpSpPr>
        <p:sp>
          <p:nvSpPr>
            <p:cNvPr id="128" name="Shape 128"/>
            <p:cNvSpPr/>
            <p:nvPr/>
          </p:nvSpPr>
          <p:spPr>
            <a:xfrm>
              <a:off x="1114450" y="49006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29" name="Shape 129"/>
            <p:cNvSpPr/>
            <p:nvPr/>
          </p:nvSpPr>
          <p:spPr>
            <a:xfrm>
              <a:off x="1495450" y="502927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0" name="Shape 130"/>
            <p:cNvSpPr/>
            <p:nvPr/>
          </p:nvSpPr>
          <p:spPr>
            <a:xfrm>
              <a:off x="733450" y="49721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1" name="Shape 131"/>
            <p:cNvSpPr/>
            <p:nvPr/>
          </p:nvSpPr>
          <p:spPr>
            <a:xfrm>
              <a:off x="352450" y="49626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2" name="Shape 132"/>
            <p:cNvSpPr/>
            <p:nvPr/>
          </p:nvSpPr>
          <p:spPr>
            <a:xfrm>
              <a:off x="-42837" y="46054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3" name="Shape 133"/>
            <p:cNvSpPr/>
            <p:nvPr/>
          </p:nvSpPr>
          <p:spPr>
            <a:xfrm>
              <a:off x="1876450" y="48340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4" name="Shape 134"/>
            <p:cNvSpPr/>
            <p:nvPr/>
          </p:nvSpPr>
          <p:spPr>
            <a:xfrm>
              <a:off x="2257450" y="48292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5" name="Shape 135"/>
            <p:cNvSpPr/>
            <p:nvPr/>
          </p:nvSpPr>
          <p:spPr>
            <a:xfrm>
              <a:off x="2638450" y="454826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6" name="Shape 136"/>
            <p:cNvSpPr/>
            <p:nvPr/>
          </p:nvSpPr>
          <p:spPr>
            <a:xfrm>
              <a:off x="3019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7" name="Shape 137"/>
            <p:cNvSpPr/>
            <p:nvPr/>
          </p:nvSpPr>
          <p:spPr>
            <a:xfrm>
              <a:off x="3400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8" name="Shape 138"/>
            <p:cNvSpPr/>
            <p:nvPr/>
          </p:nvSpPr>
          <p:spPr>
            <a:xfrm>
              <a:off x="3781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39" name="Shape 139"/>
            <p:cNvSpPr/>
            <p:nvPr/>
          </p:nvSpPr>
          <p:spPr>
            <a:xfrm>
              <a:off x="4162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0" name="Shape 140"/>
            <p:cNvSpPr/>
            <p:nvPr/>
          </p:nvSpPr>
          <p:spPr>
            <a:xfrm>
              <a:off x="4543450" y="46673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1" name="Shape 141"/>
            <p:cNvSpPr/>
            <p:nvPr/>
          </p:nvSpPr>
          <p:spPr>
            <a:xfrm>
              <a:off x="4924450" y="45435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2" name="Shape 142"/>
            <p:cNvSpPr/>
            <p:nvPr/>
          </p:nvSpPr>
          <p:spPr>
            <a:xfrm>
              <a:off x="5305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3" name="Shape 143"/>
            <p:cNvSpPr/>
            <p:nvPr/>
          </p:nvSpPr>
          <p:spPr>
            <a:xfrm>
              <a:off x="5686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4" name="Shape 144"/>
            <p:cNvSpPr/>
            <p:nvPr/>
          </p:nvSpPr>
          <p:spPr>
            <a:xfrm>
              <a:off x="6067450" y="48483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5" name="Shape 145"/>
            <p:cNvSpPr/>
            <p:nvPr/>
          </p:nvSpPr>
          <p:spPr>
            <a:xfrm>
              <a:off x="6448450" y="47292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6" name="Shape 146"/>
            <p:cNvSpPr/>
            <p:nvPr/>
          </p:nvSpPr>
          <p:spPr>
            <a:xfrm>
              <a:off x="6829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7" name="Shape 147"/>
            <p:cNvSpPr/>
            <p:nvPr/>
          </p:nvSpPr>
          <p:spPr>
            <a:xfrm>
              <a:off x="7210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8" name="Shape 148"/>
            <p:cNvSpPr/>
            <p:nvPr/>
          </p:nvSpPr>
          <p:spPr>
            <a:xfrm>
              <a:off x="7591450" y="44434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49" name="Shape 149"/>
            <p:cNvSpPr/>
            <p:nvPr/>
          </p:nvSpPr>
          <p:spPr>
            <a:xfrm>
              <a:off x="7972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0" name="Shape 150"/>
            <p:cNvSpPr/>
            <p:nvPr/>
          </p:nvSpPr>
          <p:spPr>
            <a:xfrm>
              <a:off x="8353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1" name="Shape 151"/>
            <p:cNvSpPr/>
            <p:nvPr/>
          </p:nvSpPr>
          <p:spPr>
            <a:xfrm>
              <a:off x="8734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52" name="Shape 152"/>
            <p:cNvSpPr/>
            <p:nvPr/>
          </p:nvSpPr>
          <p:spPr>
            <a:xfrm>
              <a:off x="9129737" y="48673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53" name="Shape 153"/>
          <p:cNvSpPr/>
          <p:nvPr/>
        </p:nvSpPr>
        <p:spPr>
          <a:xfrm>
            <a:off x="2990700" y="458620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4" name="Shape 154"/>
          <p:cNvSpPr/>
          <p:nvPr/>
        </p:nvSpPr>
        <p:spPr>
          <a:xfrm>
            <a:off x="1085700" y="487195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5" name="Shape 155"/>
          <p:cNvSpPr/>
          <p:nvPr/>
        </p:nvSpPr>
        <p:spPr>
          <a:xfrm>
            <a:off x="4895700" y="4516031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56" name="Shape 156"/>
          <p:cNvSpPr/>
          <p:nvPr/>
        </p:nvSpPr>
        <p:spPr>
          <a:xfrm rot="8100000">
            <a:off x="8699949" y="432916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60" name="Shape 160"/>
          <p:cNvSpPr/>
          <p:nvPr/>
        </p:nvSpPr>
        <p:spPr>
          <a:xfrm>
            <a:off x="-28575" y="4446775"/>
            <a:ext cx="9191625" cy="712477"/>
          </a:xfrm>
          <a:custGeom>
            <a:avLst/>
            <a:gdLst/>
            <a:ahLst/>
            <a:cxnLst/>
            <a:rect l="0" t="0" r="0" b="0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161" name="Shape 161"/>
          <p:cNvSpPr/>
          <p:nvPr/>
        </p:nvSpPr>
        <p:spPr>
          <a:xfrm>
            <a:off x="-28575" y="4578111"/>
            <a:ext cx="9191625" cy="584438"/>
          </a:xfrm>
          <a:custGeom>
            <a:avLst/>
            <a:gdLst/>
            <a:ahLst/>
            <a:cxnLst/>
            <a:rect l="0" t="0" r="0" b="0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162" name="Shape 162"/>
          <p:cNvSpPr/>
          <p:nvPr/>
        </p:nvSpPr>
        <p:spPr>
          <a:xfrm rot="8100000">
            <a:off x="1847980" y="42529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3" name="Shape 163"/>
          <p:cNvSpPr/>
          <p:nvPr/>
        </p:nvSpPr>
        <p:spPr>
          <a:xfrm rot="8100000">
            <a:off x="6038980" y="453681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64" name="Shape 164"/>
          <p:cNvSpPr/>
          <p:nvPr/>
        </p:nvSpPr>
        <p:spPr>
          <a:xfrm rot="8100000">
            <a:off x="7181980" y="45701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165" name="Shape 165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166" name="Shape 166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0" t="0" r="0" b="0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167" name="Shape 167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0" t="0" r="0" b="0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168" name="Shape 168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0" t="0" r="0" b="0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169" name="Shape 169"/>
          <p:cNvGrpSpPr/>
          <p:nvPr/>
        </p:nvGrpSpPr>
        <p:grpSpPr>
          <a:xfrm>
            <a:off x="-42837" y="4443487"/>
            <a:ext cx="9229574" cy="642787"/>
            <a:chOff x="-42837" y="4443487"/>
            <a:chExt cx="9229574" cy="642787"/>
          </a:xfrm>
        </p:grpSpPr>
        <p:sp>
          <p:nvSpPr>
            <p:cNvPr id="170" name="Shape 170"/>
            <p:cNvSpPr/>
            <p:nvPr/>
          </p:nvSpPr>
          <p:spPr>
            <a:xfrm>
              <a:off x="1114450" y="49006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1" name="Shape 171"/>
            <p:cNvSpPr/>
            <p:nvPr/>
          </p:nvSpPr>
          <p:spPr>
            <a:xfrm>
              <a:off x="1495450" y="502927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2" name="Shape 172"/>
            <p:cNvSpPr/>
            <p:nvPr/>
          </p:nvSpPr>
          <p:spPr>
            <a:xfrm>
              <a:off x="733450" y="49721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3" name="Shape 173"/>
            <p:cNvSpPr/>
            <p:nvPr/>
          </p:nvSpPr>
          <p:spPr>
            <a:xfrm>
              <a:off x="352450" y="49626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4" name="Shape 174"/>
            <p:cNvSpPr/>
            <p:nvPr/>
          </p:nvSpPr>
          <p:spPr>
            <a:xfrm>
              <a:off x="-42837" y="46054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5" name="Shape 175"/>
            <p:cNvSpPr/>
            <p:nvPr/>
          </p:nvSpPr>
          <p:spPr>
            <a:xfrm>
              <a:off x="1876450" y="48340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6" name="Shape 176"/>
            <p:cNvSpPr/>
            <p:nvPr/>
          </p:nvSpPr>
          <p:spPr>
            <a:xfrm>
              <a:off x="2257450" y="48292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7" name="Shape 177"/>
            <p:cNvSpPr/>
            <p:nvPr/>
          </p:nvSpPr>
          <p:spPr>
            <a:xfrm>
              <a:off x="2638450" y="454826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8" name="Shape 178"/>
            <p:cNvSpPr/>
            <p:nvPr/>
          </p:nvSpPr>
          <p:spPr>
            <a:xfrm>
              <a:off x="3019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79" name="Shape 179"/>
            <p:cNvSpPr/>
            <p:nvPr/>
          </p:nvSpPr>
          <p:spPr>
            <a:xfrm>
              <a:off x="3400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0" name="Shape 180"/>
            <p:cNvSpPr/>
            <p:nvPr/>
          </p:nvSpPr>
          <p:spPr>
            <a:xfrm>
              <a:off x="3781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1" name="Shape 181"/>
            <p:cNvSpPr/>
            <p:nvPr/>
          </p:nvSpPr>
          <p:spPr>
            <a:xfrm>
              <a:off x="4162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2" name="Shape 182"/>
            <p:cNvSpPr/>
            <p:nvPr/>
          </p:nvSpPr>
          <p:spPr>
            <a:xfrm>
              <a:off x="4543450" y="46673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3" name="Shape 183"/>
            <p:cNvSpPr/>
            <p:nvPr/>
          </p:nvSpPr>
          <p:spPr>
            <a:xfrm>
              <a:off x="4924450" y="45435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4" name="Shape 184"/>
            <p:cNvSpPr/>
            <p:nvPr/>
          </p:nvSpPr>
          <p:spPr>
            <a:xfrm>
              <a:off x="5305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5" name="Shape 185"/>
            <p:cNvSpPr/>
            <p:nvPr/>
          </p:nvSpPr>
          <p:spPr>
            <a:xfrm>
              <a:off x="5686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6" name="Shape 186"/>
            <p:cNvSpPr/>
            <p:nvPr/>
          </p:nvSpPr>
          <p:spPr>
            <a:xfrm>
              <a:off x="6067450" y="48483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7" name="Shape 187"/>
            <p:cNvSpPr/>
            <p:nvPr/>
          </p:nvSpPr>
          <p:spPr>
            <a:xfrm>
              <a:off x="6448450" y="47292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8" name="Shape 188"/>
            <p:cNvSpPr/>
            <p:nvPr/>
          </p:nvSpPr>
          <p:spPr>
            <a:xfrm>
              <a:off x="6829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89" name="Shape 189"/>
            <p:cNvSpPr/>
            <p:nvPr/>
          </p:nvSpPr>
          <p:spPr>
            <a:xfrm>
              <a:off x="7210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0" name="Shape 190"/>
            <p:cNvSpPr/>
            <p:nvPr/>
          </p:nvSpPr>
          <p:spPr>
            <a:xfrm>
              <a:off x="7591450" y="44434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1" name="Shape 191"/>
            <p:cNvSpPr/>
            <p:nvPr/>
          </p:nvSpPr>
          <p:spPr>
            <a:xfrm>
              <a:off x="7972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2" name="Shape 192"/>
            <p:cNvSpPr/>
            <p:nvPr/>
          </p:nvSpPr>
          <p:spPr>
            <a:xfrm>
              <a:off x="8353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3" name="Shape 193"/>
            <p:cNvSpPr/>
            <p:nvPr/>
          </p:nvSpPr>
          <p:spPr>
            <a:xfrm>
              <a:off x="8734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194" name="Shape 194"/>
            <p:cNvSpPr/>
            <p:nvPr/>
          </p:nvSpPr>
          <p:spPr>
            <a:xfrm>
              <a:off x="9129737" y="48673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195" name="Shape 195"/>
          <p:cNvSpPr/>
          <p:nvPr/>
        </p:nvSpPr>
        <p:spPr>
          <a:xfrm>
            <a:off x="2990700" y="458620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6" name="Shape 196"/>
          <p:cNvSpPr/>
          <p:nvPr/>
        </p:nvSpPr>
        <p:spPr>
          <a:xfrm>
            <a:off x="1085700" y="487195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7" name="Shape 197"/>
          <p:cNvSpPr/>
          <p:nvPr/>
        </p:nvSpPr>
        <p:spPr>
          <a:xfrm>
            <a:off x="4895700" y="4516031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98" name="Shape 198"/>
          <p:cNvSpPr/>
          <p:nvPr/>
        </p:nvSpPr>
        <p:spPr>
          <a:xfrm rot="8100000">
            <a:off x="8699949" y="432916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Shape 369"/>
          <p:cNvSpPr/>
          <p:nvPr/>
        </p:nvSpPr>
        <p:spPr>
          <a:xfrm>
            <a:off x="-28575" y="4446775"/>
            <a:ext cx="9191625" cy="712477"/>
          </a:xfrm>
          <a:custGeom>
            <a:avLst/>
            <a:gdLst/>
            <a:ahLst/>
            <a:cxnLst/>
            <a:rect l="0" t="0" r="0" b="0"/>
            <a:pathLst>
              <a:path w="367665" h="41339" extrusionOk="0">
                <a:moveTo>
                  <a:pt x="381" y="381"/>
                </a:moveTo>
                <a:lnTo>
                  <a:pt x="16574" y="16383"/>
                </a:lnTo>
                <a:lnTo>
                  <a:pt x="31623" y="7430"/>
                </a:lnTo>
                <a:lnTo>
                  <a:pt x="62484" y="7239"/>
                </a:lnTo>
                <a:lnTo>
                  <a:pt x="77724" y="0"/>
                </a:lnTo>
                <a:lnTo>
                  <a:pt x="92964" y="19622"/>
                </a:lnTo>
                <a:lnTo>
                  <a:pt x="108014" y="30861"/>
                </a:lnTo>
                <a:lnTo>
                  <a:pt x="123063" y="30671"/>
                </a:lnTo>
                <a:lnTo>
                  <a:pt x="139065" y="15050"/>
                </a:lnTo>
                <a:lnTo>
                  <a:pt x="154115" y="11430"/>
                </a:lnTo>
                <a:lnTo>
                  <a:pt x="168783" y="3408"/>
                </a:lnTo>
                <a:lnTo>
                  <a:pt x="184404" y="21527"/>
                </a:lnTo>
                <a:lnTo>
                  <a:pt x="199644" y="22155"/>
                </a:lnTo>
                <a:lnTo>
                  <a:pt x="214694" y="36386"/>
                </a:lnTo>
                <a:lnTo>
                  <a:pt x="230124" y="36386"/>
                </a:lnTo>
                <a:lnTo>
                  <a:pt x="246126" y="29147"/>
                </a:lnTo>
                <a:lnTo>
                  <a:pt x="261176" y="29147"/>
                </a:lnTo>
                <a:lnTo>
                  <a:pt x="275463" y="16574"/>
                </a:lnTo>
                <a:lnTo>
                  <a:pt x="291656" y="24384"/>
                </a:lnTo>
                <a:lnTo>
                  <a:pt x="305943" y="11811"/>
                </a:lnTo>
                <a:lnTo>
                  <a:pt x="336804" y="11621"/>
                </a:lnTo>
                <a:lnTo>
                  <a:pt x="351854" y="16383"/>
                </a:lnTo>
                <a:lnTo>
                  <a:pt x="367665" y="4001"/>
                </a:lnTo>
                <a:lnTo>
                  <a:pt x="367284" y="41339"/>
                </a:lnTo>
                <a:lnTo>
                  <a:pt x="0" y="41339"/>
                </a:lnTo>
                <a:close/>
              </a:path>
            </a:pathLst>
          </a:custGeom>
          <a:solidFill>
            <a:srgbClr val="AFF000">
              <a:alpha val="81920"/>
            </a:srgbClr>
          </a:solidFill>
          <a:ln>
            <a:noFill/>
          </a:ln>
        </p:spPr>
      </p:sp>
      <p:sp>
        <p:nvSpPr>
          <p:cNvPr id="370" name="Shape 370"/>
          <p:cNvSpPr/>
          <p:nvPr/>
        </p:nvSpPr>
        <p:spPr>
          <a:xfrm>
            <a:off x="-28575" y="4578111"/>
            <a:ext cx="9191625" cy="584438"/>
          </a:xfrm>
          <a:custGeom>
            <a:avLst/>
            <a:gdLst/>
            <a:ahLst/>
            <a:cxnLst/>
            <a:rect l="0" t="0" r="0" b="0"/>
            <a:pathLst>
              <a:path w="367665" h="33910" extrusionOk="0">
                <a:moveTo>
                  <a:pt x="381" y="8001"/>
                </a:moveTo>
                <a:lnTo>
                  <a:pt x="16764" y="16266"/>
                </a:lnTo>
                <a:lnTo>
                  <a:pt x="47244" y="16266"/>
                </a:lnTo>
                <a:lnTo>
                  <a:pt x="62484" y="9925"/>
                </a:lnTo>
                <a:lnTo>
                  <a:pt x="77724" y="23434"/>
                </a:lnTo>
                <a:lnTo>
                  <a:pt x="92964" y="23434"/>
                </a:lnTo>
                <a:lnTo>
                  <a:pt x="107442" y="16266"/>
                </a:lnTo>
                <a:lnTo>
                  <a:pt x="122682" y="11855"/>
                </a:lnTo>
                <a:lnTo>
                  <a:pt x="138684" y="11855"/>
                </a:lnTo>
                <a:lnTo>
                  <a:pt x="153924" y="15714"/>
                </a:lnTo>
                <a:lnTo>
                  <a:pt x="168783" y="11028"/>
                </a:lnTo>
                <a:lnTo>
                  <a:pt x="184023" y="18471"/>
                </a:lnTo>
                <a:lnTo>
                  <a:pt x="199644" y="29775"/>
                </a:lnTo>
                <a:lnTo>
                  <a:pt x="214122" y="22055"/>
                </a:lnTo>
                <a:lnTo>
                  <a:pt x="229743" y="22055"/>
                </a:lnTo>
                <a:lnTo>
                  <a:pt x="245364" y="8546"/>
                </a:lnTo>
                <a:lnTo>
                  <a:pt x="260604" y="16266"/>
                </a:lnTo>
                <a:lnTo>
                  <a:pt x="275844" y="16266"/>
                </a:lnTo>
                <a:lnTo>
                  <a:pt x="291084" y="9925"/>
                </a:lnTo>
                <a:lnTo>
                  <a:pt x="321564" y="9925"/>
                </a:lnTo>
                <a:lnTo>
                  <a:pt x="336804" y="23158"/>
                </a:lnTo>
                <a:lnTo>
                  <a:pt x="351282" y="18471"/>
                </a:lnTo>
                <a:lnTo>
                  <a:pt x="367665" y="0"/>
                </a:lnTo>
                <a:lnTo>
                  <a:pt x="367665" y="33910"/>
                </a:lnTo>
                <a:lnTo>
                  <a:pt x="0" y="33910"/>
                </a:lnTo>
                <a:close/>
              </a:path>
            </a:pathLst>
          </a:custGeom>
          <a:solidFill>
            <a:srgbClr val="00CEF6">
              <a:alpha val="73460"/>
            </a:srgbClr>
          </a:solidFill>
          <a:ln>
            <a:noFill/>
          </a:ln>
        </p:spPr>
      </p:sp>
      <p:sp>
        <p:nvSpPr>
          <p:cNvPr id="371" name="Shape 371"/>
          <p:cNvSpPr/>
          <p:nvPr/>
        </p:nvSpPr>
        <p:spPr>
          <a:xfrm rot="8100000">
            <a:off x="1847980" y="42529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AFF0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2" name="Shape 372"/>
          <p:cNvSpPr/>
          <p:nvPr/>
        </p:nvSpPr>
        <p:spPr>
          <a:xfrm rot="8100000">
            <a:off x="6038980" y="453681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00CEF6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73" name="Shape 373"/>
          <p:cNvSpPr/>
          <p:nvPr/>
        </p:nvSpPr>
        <p:spPr>
          <a:xfrm rot="8100000">
            <a:off x="7181980" y="4570168"/>
            <a:ext cx="122612" cy="122612"/>
          </a:xfrm>
          <a:prstGeom prst="teardrop">
            <a:avLst>
              <a:gd name="adj" fmla="val 100000"/>
            </a:avLst>
          </a:prstGeom>
          <a:solidFill>
            <a:srgbClr val="00CEF6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grpSp>
        <p:nvGrpSpPr>
          <p:cNvPr id="374" name="Shape 374"/>
          <p:cNvGrpSpPr/>
          <p:nvPr/>
        </p:nvGrpSpPr>
        <p:grpSpPr>
          <a:xfrm>
            <a:off x="-9525" y="4462475"/>
            <a:ext cx="9167825" cy="595300"/>
            <a:chOff x="-9525" y="4462475"/>
            <a:chExt cx="9167825" cy="595300"/>
          </a:xfrm>
        </p:grpSpPr>
        <p:sp>
          <p:nvSpPr>
            <p:cNvPr id="375" name="Shape 375"/>
            <p:cNvSpPr/>
            <p:nvPr/>
          </p:nvSpPr>
          <p:spPr>
            <a:xfrm>
              <a:off x="-9525" y="4581525"/>
              <a:ext cx="4205300" cy="476250"/>
            </a:xfrm>
            <a:custGeom>
              <a:avLst/>
              <a:gdLst/>
              <a:ahLst/>
              <a:cxnLst/>
              <a:rect l="0" t="0" r="0" b="0"/>
              <a:pathLst>
                <a:path w="168212" h="19050" extrusionOk="0">
                  <a:moveTo>
                    <a:pt x="0" y="1715"/>
                  </a:moveTo>
                  <a:lnTo>
                    <a:pt x="15812" y="16574"/>
                  </a:lnTo>
                  <a:lnTo>
                    <a:pt x="31052" y="16574"/>
                  </a:lnTo>
                  <a:lnTo>
                    <a:pt x="46292" y="14097"/>
                  </a:lnTo>
                  <a:lnTo>
                    <a:pt x="61532" y="19050"/>
                  </a:lnTo>
                  <a:lnTo>
                    <a:pt x="76581" y="11240"/>
                  </a:lnTo>
                  <a:lnTo>
                    <a:pt x="92012" y="11240"/>
                  </a:lnTo>
                  <a:lnTo>
                    <a:pt x="106871" y="0"/>
                  </a:lnTo>
                  <a:lnTo>
                    <a:pt x="122111" y="2667"/>
                  </a:lnTo>
                  <a:lnTo>
                    <a:pt x="137541" y="2667"/>
                  </a:lnTo>
                  <a:lnTo>
                    <a:pt x="152972" y="16002"/>
                  </a:lnTo>
                  <a:lnTo>
                    <a:pt x="168212" y="16002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376" name="Shape 376"/>
            <p:cNvSpPr/>
            <p:nvPr/>
          </p:nvSpPr>
          <p:spPr>
            <a:xfrm>
              <a:off x="4195775" y="4462475"/>
              <a:ext cx="3424225" cy="590550"/>
            </a:xfrm>
            <a:custGeom>
              <a:avLst/>
              <a:gdLst/>
              <a:ahLst/>
              <a:cxnLst/>
              <a:rect l="0" t="0" r="0" b="0"/>
              <a:pathLst>
                <a:path w="136969" h="23622" extrusionOk="0">
                  <a:moveTo>
                    <a:pt x="0" y="20955"/>
                  </a:moveTo>
                  <a:lnTo>
                    <a:pt x="15049" y="9144"/>
                  </a:lnTo>
                  <a:lnTo>
                    <a:pt x="30480" y="4381"/>
                  </a:lnTo>
                  <a:lnTo>
                    <a:pt x="45720" y="13716"/>
                  </a:lnTo>
                  <a:lnTo>
                    <a:pt x="60769" y="13716"/>
                  </a:lnTo>
                  <a:lnTo>
                    <a:pt x="76009" y="16573"/>
                  </a:lnTo>
                  <a:lnTo>
                    <a:pt x="91249" y="11811"/>
                  </a:lnTo>
                  <a:lnTo>
                    <a:pt x="106680" y="23622"/>
                  </a:lnTo>
                  <a:lnTo>
                    <a:pt x="122110" y="23622"/>
                  </a:lnTo>
                  <a:lnTo>
                    <a:pt x="136969" y="0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  <p:sp>
          <p:nvSpPr>
            <p:cNvPr id="377" name="Shape 377"/>
            <p:cNvSpPr/>
            <p:nvPr/>
          </p:nvSpPr>
          <p:spPr>
            <a:xfrm>
              <a:off x="7624775" y="4472000"/>
              <a:ext cx="1533525" cy="414325"/>
            </a:xfrm>
            <a:custGeom>
              <a:avLst/>
              <a:gdLst/>
              <a:ahLst/>
              <a:cxnLst/>
              <a:rect l="0" t="0" r="0" b="0"/>
              <a:pathLst>
                <a:path w="61341" h="16573" extrusionOk="0">
                  <a:moveTo>
                    <a:pt x="0" y="0"/>
                  </a:moveTo>
                  <a:lnTo>
                    <a:pt x="15049" y="4762"/>
                  </a:lnTo>
                  <a:lnTo>
                    <a:pt x="30670" y="4762"/>
                  </a:lnTo>
                  <a:lnTo>
                    <a:pt x="45910" y="4762"/>
                  </a:lnTo>
                  <a:lnTo>
                    <a:pt x="61341" y="16573"/>
                  </a:lnTo>
                </a:path>
              </a:pathLst>
            </a:custGeom>
            <a:noFill/>
            <a:ln w="9525" cap="flat" cmpd="sng">
              <a:solidFill>
                <a:srgbClr val="3C78D8"/>
              </a:solidFill>
              <a:prstDash val="solid"/>
              <a:round/>
              <a:headEnd type="none" w="lg" len="lg"/>
              <a:tailEnd type="none" w="lg" len="lg"/>
            </a:ln>
          </p:spPr>
        </p:sp>
      </p:grpSp>
      <p:grpSp>
        <p:nvGrpSpPr>
          <p:cNvPr id="378" name="Shape 378"/>
          <p:cNvGrpSpPr/>
          <p:nvPr/>
        </p:nvGrpSpPr>
        <p:grpSpPr>
          <a:xfrm>
            <a:off x="-42837" y="4443487"/>
            <a:ext cx="9229574" cy="642787"/>
            <a:chOff x="-42837" y="4443487"/>
            <a:chExt cx="9229574" cy="642787"/>
          </a:xfrm>
        </p:grpSpPr>
        <p:sp>
          <p:nvSpPr>
            <p:cNvPr id="379" name="Shape 379"/>
            <p:cNvSpPr/>
            <p:nvPr/>
          </p:nvSpPr>
          <p:spPr>
            <a:xfrm>
              <a:off x="1114450" y="49006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0" name="Shape 380"/>
            <p:cNvSpPr/>
            <p:nvPr/>
          </p:nvSpPr>
          <p:spPr>
            <a:xfrm>
              <a:off x="1495450" y="502927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1" name="Shape 381"/>
            <p:cNvSpPr/>
            <p:nvPr/>
          </p:nvSpPr>
          <p:spPr>
            <a:xfrm>
              <a:off x="733450" y="49721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2" name="Shape 382"/>
            <p:cNvSpPr/>
            <p:nvPr/>
          </p:nvSpPr>
          <p:spPr>
            <a:xfrm>
              <a:off x="352450" y="49626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3" name="Shape 383"/>
            <p:cNvSpPr/>
            <p:nvPr/>
          </p:nvSpPr>
          <p:spPr>
            <a:xfrm>
              <a:off x="-42837" y="46054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4" name="Shape 384"/>
            <p:cNvSpPr/>
            <p:nvPr/>
          </p:nvSpPr>
          <p:spPr>
            <a:xfrm>
              <a:off x="1876450" y="48340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5" name="Shape 385"/>
            <p:cNvSpPr/>
            <p:nvPr/>
          </p:nvSpPr>
          <p:spPr>
            <a:xfrm>
              <a:off x="2257450" y="48292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6" name="Shape 386"/>
            <p:cNvSpPr/>
            <p:nvPr/>
          </p:nvSpPr>
          <p:spPr>
            <a:xfrm>
              <a:off x="2638450" y="454826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7" name="Shape 387"/>
            <p:cNvSpPr/>
            <p:nvPr/>
          </p:nvSpPr>
          <p:spPr>
            <a:xfrm>
              <a:off x="3019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8" name="Shape 388"/>
            <p:cNvSpPr/>
            <p:nvPr/>
          </p:nvSpPr>
          <p:spPr>
            <a:xfrm>
              <a:off x="3400450" y="46149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89" name="Shape 389"/>
            <p:cNvSpPr/>
            <p:nvPr/>
          </p:nvSpPr>
          <p:spPr>
            <a:xfrm>
              <a:off x="3781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0" name="Shape 390"/>
            <p:cNvSpPr/>
            <p:nvPr/>
          </p:nvSpPr>
          <p:spPr>
            <a:xfrm>
              <a:off x="4162450" y="49483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1" name="Shape 391"/>
            <p:cNvSpPr/>
            <p:nvPr/>
          </p:nvSpPr>
          <p:spPr>
            <a:xfrm>
              <a:off x="4543450" y="4667325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2" name="Shape 392"/>
            <p:cNvSpPr/>
            <p:nvPr/>
          </p:nvSpPr>
          <p:spPr>
            <a:xfrm>
              <a:off x="4924450" y="45435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3" name="Shape 393"/>
            <p:cNvSpPr/>
            <p:nvPr/>
          </p:nvSpPr>
          <p:spPr>
            <a:xfrm>
              <a:off x="5305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4" name="Shape 394"/>
            <p:cNvSpPr/>
            <p:nvPr/>
          </p:nvSpPr>
          <p:spPr>
            <a:xfrm>
              <a:off x="5686450" y="47721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5" name="Shape 395"/>
            <p:cNvSpPr/>
            <p:nvPr/>
          </p:nvSpPr>
          <p:spPr>
            <a:xfrm>
              <a:off x="6067450" y="484830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6" name="Shape 396"/>
            <p:cNvSpPr/>
            <p:nvPr/>
          </p:nvSpPr>
          <p:spPr>
            <a:xfrm>
              <a:off x="6448450" y="472923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7" name="Shape 397"/>
            <p:cNvSpPr/>
            <p:nvPr/>
          </p:nvSpPr>
          <p:spPr>
            <a:xfrm>
              <a:off x="6829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8" name="Shape 398"/>
            <p:cNvSpPr/>
            <p:nvPr/>
          </p:nvSpPr>
          <p:spPr>
            <a:xfrm>
              <a:off x="7210450" y="5024512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399" name="Shape 399"/>
            <p:cNvSpPr/>
            <p:nvPr/>
          </p:nvSpPr>
          <p:spPr>
            <a:xfrm>
              <a:off x="7591450" y="44434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0" name="Shape 400"/>
            <p:cNvSpPr/>
            <p:nvPr/>
          </p:nvSpPr>
          <p:spPr>
            <a:xfrm>
              <a:off x="7972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1" name="Shape 401"/>
            <p:cNvSpPr/>
            <p:nvPr/>
          </p:nvSpPr>
          <p:spPr>
            <a:xfrm>
              <a:off x="8353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2" name="Shape 402"/>
            <p:cNvSpPr/>
            <p:nvPr/>
          </p:nvSpPr>
          <p:spPr>
            <a:xfrm>
              <a:off x="8734450" y="4557787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403" name="Shape 403"/>
            <p:cNvSpPr/>
            <p:nvPr/>
          </p:nvSpPr>
          <p:spPr>
            <a:xfrm>
              <a:off x="9129737" y="4867350"/>
              <a:ext cx="56999" cy="56999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lIns="91425" tIns="91425" rIns="91425" bIns="91425" anchor="ctr" anchorCtr="0">
              <a:noAutofit/>
            </a:bodyPr>
            <a:lstStyle/>
            <a:p>
              <a:pPr lvl="0">
                <a:spcBef>
                  <a:spcPts val="0"/>
                </a:spcBef>
                <a:buNone/>
              </a:pPr>
              <a:endParaRPr/>
            </a:p>
          </p:txBody>
        </p:sp>
      </p:grpSp>
      <p:sp>
        <p:nvSpPr>
          <p:cNvPr id="404" name="Shape 404"/>
          <p:cNvSpPr/>
          <p:nvPr/>
        </p:nvSpPr>
        <p:spPr>
          <a:xfrm>
            <a:off x="2990700" y="458620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5" name="Shape 405"/>
          <p:cNvSpPr/>
          <p:nvPr/>
        </p:nvSpPr>
        <p:spPr>
          <a:xfrm>
            <a:off x="1085700" y="4871950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6" name="Shape 406"/>
          <p:cNvSpPr/>
          <p:nvPr/>
        </p:nvSpPr>
        <p:spPr>
          <a:xfrm>
            <a:off x="4895700" y="4516031"/>
            <a:ext cx="114599" cy="114599"/>
          </a:xfrm>
          <a:prstGeom prst="ellipse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407" name="Shape 407"/>
          <p:cNvSpPr/>
          <p:nvPr/>
        </p:nvSpPr>
        <p:spPr>
          <a:xfrm rot="8100000">
            <a:off x="8699949" y="4329168"/>
            <a:ext cx="122612" cy="122612"/>
          </a:xfrm>
          <a:prstGeom prst="teardrop">
            <a:avLst>
              <a:gd name="adj" fmla="val 100000"/>
            </a:avLst>
          </a:prstGeom>
          <a:noFill/>
          <a:ln w="28575" cap="flat" cmpd="sng">
            <a:solidFill>
              <a:srgbClr val="AFF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Shape 6"/>
          <p:cNvGrpSpPr/>
          <p:nvPr/>
        </p:nvGrpSpPr>
        <p:grpSpPr>
          <a:xfrm>
            <a:off x="381000" y="7"/>
            <a:ext cx="8382000" cy="5162348"/>
            <a:chOff x="381000" y="-18750"/>
            <a:chExt cx="8382000" cy="5180999"/>
          </a:xfrm>
        </p:grpSpPr>
        <p:cxnSp>
          <p:nvCxnSpPr>
            <p:cNvPr id="7" name="Shape 7"/>
            <p:cNvCxnSpPr/>
            <p:nvPr/>
          </p:nvCxnSpPr>
          <p:spPr>
            <a:xfrm>
              <a:off x="762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8" name="Shape 8"/>
            <p:cNvCxnSpPr/>
            <p:nvPr/>
          </p:nvCxnSpPr>
          <p:spPr>
            <a:xfrm>
              <a:off x="1524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9" name="Shape 9"/>
            <p:cNvCxnSpPr/>
            <p:nvPr/>
          </p:nvCxnSpPr>
          <p:spPr>
            <a:xfrm>
              <a:off x="2286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0" name="Shape 10"/>
            <p:cNvCxnSpPr/>
            <p:nvPr/>
          </p:nvCxnSpPr>
          <p:spPr>
            <a:xfrm>
              <a:off x="3048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1" name="Shape 11"/>
            <p:cNvCxnSpPr/>
            <p:nvPr/>
          </p:nvCxnSpPr>
          <p:spPr>
            <a:xfrm>
              <a:off x="3810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2" name="Shape 12"/>
            <p:cNvCxnSpPr/>
            <p:nvPr/>
          </p:nvCxnSpPr>
          <p:spPr>
            <a:xfrm>
              <a:off x="4572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3" name="Shape 13"/>
            <p:cNvCxnSpPr/>
            <p:nvPr/>
          </p:nvCxnSpPr>
          <p:spPr>
            <a:xfrm>
              <a:off x="5334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4" name="Shape 14"/>
            <p:cNvCxnSpPr/>
            <p:nvPr/>
          </p:nvCxnSpPr>
          <p:spPr>
            <a:xfrm>
              <a:off x="6096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5" name="Shape 15"/>
            <p:cNvCxnSpPr/>
            <p:nvPr/>
          </p:nvCxnSpPr>
          <p:spPr>
            <a:xfrm>
              <a:off x="6858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6" name="Shape 16"/>
            <p:cNvCxnSpPr/>
            <p:nvPr/>
          </p:nvCxnSpPr>
          <p:spPr>
            <a:xfrm>
              <a:off x="7620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7" name="Shape 17"/>
            <p:cNvCxnSpPr/>
            <p:nvPr/>
          </p:nvCxnSpPr>
          <p:spPr>
            <a:xfrm>
              <a:off x="8382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solid"/>
              <a:round/>
              <a:headEnd type="none" w="lg" len="lg"/>
              <a:tailEnd type="none" w="lg" len="lg"/>
            </a:ln>
          </p:spPr>
        </p:cxnSp>
        <p:cxnSp>
          <p:nvCxnSpPr>
            <p:cNvPr id="18" name="Shape 18"/>
            <p:cNvCxnSpPr/>
            <p:nvPr/>
          </p:nvCxnSpPr>
          <p:spPr>
            <a:xfrm>
              <a:off x="381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19" name="Shape 19"/>
            <p:cNvCxnSpPr/>
            <p:nvPr/>
          </p:nvCxnSpPr>
          <p:spPr>
            <a:xfrm>
              <a:off x="1143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0" name="Shape 20"/>
            <p:cNvCxnSpPr/>
            <p:nvPr/>
          </p:nvCxnSpPr>
          <p:spPr>
            <a:xfrm>
              <a:off x="1905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1" name="Shape 21"/>
            <p:cNvCxnSpPr/>
            <p:nvPr/>
          </p:nvCxnSpPr>
          <p:spPr>
            <a:xfrm>
              <a:off x="2667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2" name="Shape 22"/>
            <p:cNvCxnSpPr/>
            <p:nvPr/>
          </p:nvCxnSpPr>
          <p:spPr>
            <a:xfrm>
              <a:off x="3429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3" name="Shape 23"/>
            <p:cNvCxnSpPr/>
            <p:nvPr/>
          </p:nvCxnSpPr>
          <p:spPr>
            <a:xfrm>
              <a:off x="4191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4" name="Shape 24"/>
            <p:cNvCxnSpPr/>
            <p:nvPr/>
          </p:nvCxnSpPr>
          <p:spPr>
            <a:xfrm>
              <a:off x="4953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5" name="Shape 25"/>
            <p:cNvCxnSpPr/>
            <p:nvPr/>
          </p:nvCxnSpPr>
          <p:spPr>
            <a:xfrm>
              <a:off x="5715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6" name="Shape 26"/>
            <p:cNvCxnSpPr/>
            <p:nvPr/>
          </p:nvCxnSpPr>
          <p:spPr>
            <a:xfrm>
              <a:off x="6477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7" name="Shape 27"/>
            <p:cNvCxnSpPr/>
            <p:nvPr/>
          </p:nvCxnSpPr>
          <p:spPr>
            <a:xfrm>
              <a:off x="7239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8" name="Shape 28"/>
            <p:cNvCxnSpPr/>
            <p:nvPr/>
          </p:nvCxnSpPr>
          <p:spPr>
            <a:xfrm>
              <a:off x="8001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  <p:cxnSp>
          <p:nvCxnSpPr>
            <p:cNvPr id="29" name="Shape 29"/>
            <p:cNvCxnSpPr/>
            <p:nvPr/>
          </p:nvCxnSpPr>
          <p:spPr>
            <a:xfrm>
              <a:off x="8763000" y="-18750"/>
              <a:ext cx="0" cy="5180999"/>
            </a:xfrm>
            <a:prstGeom prst="straightConnector1">
              <a:avLst/>
            </a:prstGeom>
            <a:noFill/>
            <a:ln w="9525" cap="flat" cmpd="sng">
              <a:solidFill>
                <a:srgbClr val="F3F3F3"/>
              </a:solidFill>
              <a:prstDash val="dash"/>
              <a:round/>
              <a:headEnd type="none" w="lg" len="lg"/>
              <a:tailEnd type="none" w="lg" len="lg"/>
            </a:ln>
          </p:spPr>
        </p:cxnSp>
      </p:grpSp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spcBef>
                <a:spcPts val="0"/>
              </a:spcBef>
              <a:buClr>
                <a:srgbClr val="00CEF6"/>
              </a:buClr>
              <a:buSzPct val="100000"/>
              <a:buFont typeface="Oswald"/>
              <a:buNone/>
              <a:defRPr sz="2000" b="1">
                <a:solidFill>
                  <a:srgbClr val="00CEF6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28324A"/>
              </a:buClr>
              <a:buSzPct val="100000"/>
              <a:buFont typeface="Source Sans Pro"/>
              <a:buChar char="◉"/>
              <a:defRPr sz="20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480"/>
              </a:spcBef>
              <a:buClr>
                <a:srgbClr val="28324A"/>
              </a:buClr>
              <a:buSzPct val="100000"/>
              <a:buFont typeface="Source Sans Pro"/>
              <a:buChar char="◉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>
              <a:spcBef>
                <a:spcPts val="48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>
              <a:spcBef>
                <a:spcPts val="360"/>
              </a:spcBef>
              <a:buClr>
                <a:srgbClr val="28324A"/>
              </a:buClr>
              <a:buSzPct val="100000"/>
              <a:buFont typeface="Source Sans Pro"/>
              <a:defRPr sz="1800">
                <a:solidFill>
                  <a:srgbClr val="28324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Shape 453"/>
          <p:cNvSpPr txBox="1">
            <a:spLocks noGrp="1"/>
          </p:cNvSpPr>
          <p:nvPr>
            <p:ph type="ctrTitle"/>
          </p:nvPr>
        </p:nvSpPr>
        <p:spPr>
          <a:xfrm>
            <a:off x="2847975" y="3363425"/>
            <a:ext cx="5610300" cy="11597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mtClean="0"/>
              <a:t>Algoritmo </a:t>
            </a:r>
            <a:r>
              <a:rPr lang="en" dirty="0" smtClean="0"/>
              <a:t>Genético</a:t>
            </a:r>
            <a:endParaRPr lang="en" dirty="0"/>
          </a:p>
        </p:txBody>
      </p:sp>
      <p:sp>
        <p:nvSpPr>
          <p:cNvPr id="2" name="CaixaDeTexto 1"/>
          <p:cNvSpPr txBox="1"/>
          <p:nvPr/>
        </p:nvSpPr>
        <p:spPr>
          <a:xfrm>
            <a:off x="6588224" y="267494"/>
            <a:ext cx="23374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 smtClean="0">
                <a:latin typeface="Alien League" pitchFamily="2" charset="0"/>
              </a:rPr>
              <a:t>Camila Moreira</a:t>
            </a:r>
          </a:p>
          <a:p>
            <a:r>
              <a:rPr lang="pt-BR" sz="2000" dirty="0" smtClean="0">
                <a:latin typeface="Alien League" pitchFamily="2" charset="0"/>
              </a:rPr>
              <a:t>Cleber Barbosa</a:t>
            </a:r>
          </a:p>
          <a:p>
            <a:r>
              <a:rPr lang="pt-BR" sz="2000" dirty="0" err="1" smtClean="0">
                <a:latin typeface="Alien League" pitchFamily="2" charset="0"/>
              </a:rPr>
              <a:t>Cristovão</a:t>
            </a:r>
            <a:r>
              <a:rPr lang="pt-BR" sz="2000" dirty="0" smtClean="0">
                <a:latin typeface="Alien League" pitchFamily="2" charset="0"/>
              </a:rPr>
              <a:t> Rodrigues</a:t>
            </a:r>
          </a:p>
          <a:p>
            <a:r>
              <a:rPr lang="pt-BR" sz="2000" dirty="0" err="1" smtClean="0">
                <a:latin typeface="Alien League" pitchFamily="2" charset="0"/>
              </a:rPr>
              <a:t>Phelippe</a:t>
            </a:r>
            <a:r>
              <a:rPr lang="pt-BR" sz="2000" dirty="0" smtClean="0">
                <a:latin typeface="Alien League" pitchFamily="2" charset="0"/>
              </a:rPr>
              <a:t> Vicente</a:t>
            </a:r>
            <a:endParaRPr lang="pt-BR" sz="2000" dirty="0">
              <a:latin typeface="Alien League" pitchFamily="2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O que é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480"/>
          <p:cNvSpPr txBox="1">
            <a:spLocks noGrp="1"/>
          </p:cNvSpPr>
          <p:nvPr>
            <p:ph type="body" idx="1"/>
          </p:nvPr>
        </p:nvSpPr>
        <p:spPr>
          <a:xfrm>
            <a:off x="1519975" y="2161800"/>
            <a:ext cx="6104099" cy="8198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buNone/>
            </a:pPr>
            <a:r>
              <a:rPr lang="pt-BR" dirty="0" smtClean="0"/>
              <a:t>O </a:t>
            </a:r>
            <a:r>
              <a:rPr lang="pt-BR" dirty="0"/>
              <a:t>algoritmo genético é uma </a:t>
            </a:r>
            <a:r>
              <a:rPr lang="pt-BR" dirty="0" err="1"/>
              <a:t>metaheurística</a:t>
            </a:r>
            <a:r>
              <a:rPr lang="pt-BR" dirty="0"/>
              <a:t> originalmente formulado usando os mecanismos da evolução e da genética natural.</a:t>
            </a:r>
          </a:p>
          <a:p>
            <a:pPr lvl="0">
              <a:spcBef>
                <a:spcPts val="0"/>
              </a:spcBef>
              <a:buNone/>
            </a:pPr>
            <a:endParaRPr lang="en" dirty="0"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Como Funciona?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 dirty="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2</a:t>
            </a:r>
            <a:endParaRPr lang="en" sz="12000" b="1" dirty="0">
              <a:solidFill>
                <a:srgbClr val="3C78D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200503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Como funciona?</a:t>
            </a: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just"/>
            <a:r>
              <a:rPr lang="pt-BR" dirty="0" smtClean="0"/>
              <a:t>Utilizando </a:t>
            </a:r>
            <a:r>
              <a:rPr lang="pt-BR" dirty="0"/>
              <a:t>o princípio da biologia, define-se uma população, onde é selecionado os </a:t>
            </a:r>
            <a:r>
              <a:rPr lang="pt-BR" dirty="0" smtClean="0"/>
              <a:t>melhores indivíduos </a:t>
            </a:r>
            <a:r>
              <a:rPr lang="pt-BR" dirty="0"/>
              <a:t>para gerar descendentes.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Os novos </a:t>
            </a:r>
            <a:r>
              <a:rPr lang="pt-BR" dirty="0" smtClean="0"/>
              <a:t>indivíduos </a:t>
            </a:r>
            <a:r>
              <a:rPr lang="pt-BR" dirty="0"/>
              <a:t>dessa população podem ser gerados por três formas: Divisão e Duplicação de células reprodutivas, Crossing Over e </a:t>
            </a:r>
            <a:r>
              <a:rPr lang="pt-BR" dirty="0" smtClean="0"/>
              <a:t>Reprodução </a:t>
            </a:r>
            <a:r>
              <a:rPr lang="pt-BR" dirty="0"/>
              <a:t>Sexuada</a:t>
            </a:r>
          </a:p>
          <a:p>
            <a:pPr marL="457200" lvl="0" indent="-228600" rtl="0">
              <a:spcBef>
                <a:spcPts val="0"/>
              </a:spcBef>
            </a:pPr>
            <a:endParaRPr dirty="0"/>
          </a:p>
          <a:p>
            <a:pPr lvl="0">
              <a:spcBef>
                <a:spcPts val="0"/>
              </a:spcBef>
              <a:buNone/>
            </a:pPr>
            <a:r>
              <a:rPr lang="en" dirty="0" smtClean="0"/>
              <a:t> </a:t>
            </a:r>
            <a:endParaRPr lang="en" dirty="0"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R</a:t>
            </a:r>
            <a:r>
              <a:rPr lang="pt-BR" dirty="0" smtClean="0"/>
              <a:t>e</a:t>
            </a:r>
            <a:r>
              <a:rPr lang="en" dirty="0" smtClean="0"/>
              <a:t>gras básicas para se criar o Algorítmo Genético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 dirty="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 lang="en" sz="12000" b="1" dirty="0">
              <a:solidFill>
                <a:srgbClr val="3C78D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514411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Regras básicas para se criar o Algorítmo Genético</a:t>
            </a: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 algn="just"/>
            <a:r>
              <a:rPr lang="pt-BR" sz="1800" dirty="0"/>
              <a:t>Representar adequadamente uma configuração do problema. A representação mais popular é a representação em codificação binária onde são facilmente simulados os operadores genéticos de recombinação e mutação.</a:t>
            </a:r>
          </a:p>
          <a:p>
            <a:pPr algn="just">
              <a:buNone/>
            </a:pPr>
            <a:endParaRPr lang="pt-BR" sz="1800" dirty="0" smtClean="0"/>
          </a:p>
          <a:p>
            <a:pPr marL="457200" indent="-457200" algn="just"/>
            <a:r>
              <a:rPr lang="pt-BR" sz="1800" dirty="0" smtClean="0"/>
              <a:t>Deve </a:t>
            </a:r>
            <a:r>
              <a:rPr lang="pt-BR" sz="1800" dirty="0"/>
              <a:t>encontrar uma forma adequada para avaliar a função objetivo ou seu equivalente (fitness </a:t>
            </a:r>
            <a:r>
              <a:rPr lang="pt-BR" sz="1800" dirty="0" err="1"/>
              <a:t>value</a:t>
            </a:r>
            <a:r>
              <a:rPr lang="pt-BR" sz="1800" dirty="0"/>
              <a:t>). Assim, as melhores configurações são aquelas que apresentam </a:t>
            </a:r>
            <a:r>
              <a:rPr lang="pt-BR" sz="1800" dirty="0" smtClean="0"/>
              <a:t>funções </a:t>
            </a:r>
            <a:r>
              <a:rPr lang="pt-BR" sz="1800" dirty="0"/>
              <a:t>objetivo de melhor qualidade. </a:t>
            </a:r>
          </a:p>
          <a:p>
            <a:pPr marL="457200" lvl="0" indent="-228600" rtl="0">
              <a:spcBef>
                <a:spcPts val="0"/>
              </a:spcBef>
            </a:pPr>
            <a:endParaRPr dirty="0"/>
          </a:p>
          <a:p>
            <a:pPr lvl="0">
              <a:spcBef>
                <a:spcPts val="0"/>
              </a:spcBef>
              <a:buNone/>
            </a:pPr>
            <a:r>
              <a:rPr lang="en" dirty="0" smtClean="0"/>
              <a:t> 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440189443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Regras básicas para se criar o Algorítmo Genético</a:t>
            </a: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 algn="just"/>
            <a:endParaRPr lang="pt-BR" sz="1800" dirty="0" smtClean="0"/>
          </a:p>
          <a:p>
            <a:pPr marL="457200" indent="-457200" algn="just"/>
            <a:r>
              <a:rPr lang="pt-BR" sz="1800" dirty="0" smtClean="0"/>
              <a:t>Deve </a:t>
            </a:r>
            <a:r>
              <a:rPr lang="pt-BR" sz="1800" dirty="0"/>
              <a:t>existir uma estratégia de seleção das </a:t>
            </a:r>
            <a:r>
              <a:rPr lang="pt-BR" sz="1800" dirty="0" err="1"/>
              <a:t>con</a:t>
            </a:r>
            <a:r>
              <a:rPr lang="pt-BR" sz="1800" dirty="0"/>
              <a:t>- figurações com direito a participar na conformação das configurações da nova população. </a:t>
            </a:r>
            <a:endParaRPr lang="pt-BR" sz="1800" dirty="0" smtClean="0"/>
          </a:p>
          <a:p>
            <a:pPr algn="just">
              <a:buNone/>
            </a:pPr>
            <a:endParaRPr lang="pt-BR" sz="1800" dirty="0"/>
          </a:p>
          <a:p>
            <a:pPr algn="just"/>
            <a:r>
              <a:rPr lang="pt-BR" sz="1800" dirty="0"/>
              <a:t>  </a:t>
            </a:r>
            <a:r>
              <a:rPr lang="pt-BR" sz="1800" dirty="0" smtClean="0"/>
              <a:t>     Deve </a:t>
            </a:r>
            <a:r>
              <a:rPr lang="pt-BR" sz="1800" dirty="0"/>
              <a:t>existir um mecanismo que permita implementar o operador </a:t>
            </a:r>
            <a:r>
              <a:rPr lang="pt-BR" sz="1800" dirty="0" smtClean="0"/>
              <a:t>                  genético </a:t>
            </a:r>
            <a:r>
              <a:rPr lang="pt-BR" sz="1800" dirty="0"/>
              <a:t>de recombinação. </a:t>
            </a:r>
          </a:p>
          <a:p>
            <a:pPr marL="457200" lvl="0" indent="-228600" rtl="0">
              <a:spcBef>
                <a:spcPts val="0"/>
              </a:spcBef>
            </a:pPr>
            <a:endParaRPr dirty="0"/>
          </a:p>
          <a:p>
            <a:pPr lvl="0">
              <a:spcBef>
                <a:spcPts val="0"/>
              </a:spcBef>
              <a:buNone/>
            </a:pPr>
            <a:r>
              <a:rPr lang="en" dirty="0" smtClean="0"/>
              <a:t> 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0241744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Regras básicas para se criar o Algorítmo Genético</a:t>
            </a: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indent="-457200" algn="just"/>
            <a:endParaRPr lang="pt-BR" sz="1800" dirty="0" smtClean="0"/>
          </a:p>
          <a:p>
            <a:pPr algn="just"/>
            <a:r>
              <a:rPr lang="pt-BR" sz="1800" dirty="0"/>
              <a:t> Deve existir um mecanismo que permita implementar o operador genético de mutação. Mutação geralmente é considerado um operador genético secundário nos algoritmos genéticos mas pesquisas recentes mostram que este operador é muito mais importante do que se imaginava inicialmente. </a:t>
            </a:r>
          </a:p>
          <a:p>
            <a:pPr algn="just"/>
            <a:endParaRPr lang="pt-BR" sz="1800" dirty="0"/>
          </a:p>
          <a:p>
            <a:pPr algn="just"/>
            <a:r>
              <a:rPr lang="pt-BR" sz="1800" dirty="0"/>
              <a:t> Deve-se especificar o tamanho da população, isto é, o numero  de configurações em cada geração.</a:t>
            </a:r>
          </a:p>
          <a:p>
            <a:pPr marL="457200" lvl="0" indent="-228600" rtl="0">
              <a:spcBef>
                <a:spcPts val="0"/>
              </a:spcBef>
            </a:pPr>
            <a:endParaRPr dirty="0"/>
          </a:p>
          <a:p>
            <a:pPr lvl="0">
              <a:spcBef>
                <a:spcPts val="0"/>
              </a:spcBef>
              <a:buNone/>
            </a:pPr>
            <a:r>
              <a:rPr lang="en" dirty="0" smtClean="0"/>
              <a:t> </a:t>
            </a:r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273614908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4355976" y="843558"/>
            <a:ext cx="4476320" cy="1296144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Regras básicas para se criar o Algorítmo Genético</a:t>
            </a:r>
            <a:br>
              <a:rPr lang="en" dirty="0" smtClean="0"/>
            </a:br>
            <a:r>
              <a:rPr lang="en" dirty="0" smtClean="0"/>
              <a:t>Exemplo</a:t>
            </a: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4" t="22194" r="49012" b="24235"/>
          <a:stretch/>
        </p:blipFill>
        <p:spPr bwMode="auto">
          <a:xfrm>
            <a:off x="539552" y="483518"/>
            <a:ext cx="3317033" cy="3918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7914829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Algorítmo Genético Elementar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 dirty="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4</a:t>
            </a:r>
            <a:endParaRPr lang="en" sz="12000" b="1" dirty="0">
              <a:solidFill>
                <a:srgbClr val="3C78D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445613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Algorítimo Genético Elementar</a:t>
            </a: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1347614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just">
              <a:buNone/>
            </a:pPr>
            <a:r>
              <a:rPr lang="pt-BR" sz="1800" dirty="0"/>
              <a:t>1.Gera a população inicial após escolher o tipo de codificação. </a:t>
            </a:r>
          </a:p>
          <a:p>
            <a:pPr algn="just">
              <a:buNone/>
            </a:pPr>
            <a:r>
              <a:rPr lang="pt-BR" sz="1800" dirty="0"/>
              <a:t>2. Calcula a função objetivo de cada configuração da população e, armazena e atualiza a incumbente (melhor configuração encontrada durante o processo). </a:t>
            </a:r>
          </a:p>
          <a:p>
            <a:pPr algn="just">
              <a:buNone/>
            </a:pPr>
            <a:r>
              <a:rPr lang="pt-BR" sz="1800" dirty="0"/>
              <a:t>3. Implementa a seleção. </a:t>
            </a:r>
          </a:p>
          <a:p>
            <a:pPr algn="just">
              <a:buNone/>
            </a:pPr>
            <a:r>
              <a:rPr lang="pt-BR" sz="1800" dirty="0"/>
              <a:t>4. Implementa a recombinação. </a:t>
            </a:r>
          </a:p>
          <a:p>
            <a:pPr algn="just">
              <a:buNone/>
            </a:pPr>
            <a:r>
              <a:rPr lang="pt-BR" sz="1800" dirty="0"/>
              <a:t>5. Implementa a mutação e termina de gerar a população da nova geração. </a:t>
            </a:r>
          </a:p>
          <a:p>
            <a:pPr algn="just">
              <a:buNone/>
            </a:pPr>
            <a:r>
              <a:rPr lang="pt-BR" sz="1800" dirty="0"/>
              <a:t>6. Se o critério de parada (ou critérios de parada) não for satisfeito, repetir os passos 2 a 6.</a:t>
            </a:r>
          </a:p>
          <a:p>
            <a:pPr marL="228600" lvl="0" rtl="0">
              <a:spcBef>
                <a:spcPts val="0"/>
              </a:spcBef>
              <a:buNone/>
            </a:pPr>
            <a:endParaRPr sz="1800" dirty="0"/>
          </a:p>
          <a:p>
            <a:pPr lvl="0">
              <a:spcBef>
                <a:spcPts val="0"/>
              </a:spcBef>
              <a:buNone/>
            </a:pPr>
            <a:r>
              <a:rPr lang="en" sz="1800" dirty="0" smtClean="0"/>
              <a:t> </a:t>
            </a:r>
            <a:endParaRPr lang="en" sz="1800" dirty="0"/>
          </a:p>
        </p:txBody>
      </p:sp>
    </p:spTree>
    <p:extLst>
      <p:ext uri="{BB962C8B-B14F-4D97-AF65-F5344CB8AC3E}">
        <p14:creationId xmlns:p14="http://schemas.microsoft.com/office/powerpoint/2010/main" val="1893501425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Shape 480"/>
          <p:cNvSpPr txBox="1">
            <a:spLocks noGrp="1"/>
          </p:cNvSpPr>
          <p:nvPr>
            <p:ph type="body" idx="4294967295"/>
          </p:nvPr>
        </p:nvSpPr>
        <p:spPr>
          <a:xfrm>
            <a:off x="467544" y="1563638"/>
            <a:ext cx="8229600" cy="519112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algn="ctr">
              <a:buNone/>
            </a:pPr>
            <a:r>
              <a:rPr lang="pt-BR" dirty="0"/>
              <a:t>Na maioria das vezes, os algoritmos são implementados com variáveis binárias, porém há casos em que o programa sofre ajustes para ter um melhor desempenho com problemas envolvendo números reais ou inteiros, por exemplo.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3643599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Função Objetivo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 dirty="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5</a:t>
            </a:r>
            <a:endParaRPr lang="en" sz="12000" b="1" dirty="0">
              <a:solidFill>
                <a:srgbClr val="3C78D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1803433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Função Objetivo</a:t>
            </a: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075850" y="1540175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just"/>
            <a:r>
              <a:rPr lang="pt-BR" dirty="0"/>
              <a:t>A função objetivo é utilizada para dar qualidade ao algoritmo de forma que não haja problemas de </a:t>
            </a:r>
            <a:r>
              <a:rPr lang="pt-BR" dirty="0" err="1"/>
              <a:t>infactibilidade</a:t>
            </a:r>
            <a:r>
              <a:rPr lang="pt-BR" dirty="0"/>
              <a:t>, ou seja, inviabilidade de alguma configuração.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Está diretamente envolvida na seleção da população envolvida.</a:t>
            </a:r>
          </a:p>
        </p:txBody>
      </p:sp>
    </p:spTree>
    <p:extLst>
      <p:ext uri="{BB962C8B-B14F-4D97-AF65-F5344CB8AC3E}">
        <p14:creationId xmlns:p14="http://schemas.microsoft.com/office/powerpoint/2010/main" val="3235128507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627534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t-BR" dirty="0"/>
              <a:t>Após ser escolhido a codificação a ser utilizada, podem ocorrer três casos:</a:t>
            </a:r>
          </a:p>
          <a:p>
            <a:pPr marL="457200" indent="-457200" algn="just">
              <a:buAutoNum type="arabicParenBoth"/>
            </a:pPr>
            <a:r>
              <a:rPr lang="pt-BR" dirty="0"/>
              <a:t>Qualquer configuração gerada sempre é factível e os operadores genéticos geram também configurações factíveis, </a:t>
            </a:r>
          </a:p>
          <a:p>
            <a:pPr marL="457200" indent="-457200" algn="just">
              <a:buAutoNum type="arabicParenBoth"/>
            </a:pPr>
            <a:r>
              <a:rPr lang="pt-BR" dirty="0"/>
              <a:t>As configurações geradas na população inicial são sempre factíveis mas os operadores genéticos destroem essa factibilidade e, </a:t>
            </a:r>
          </a:p>
          <a:p>
            <a:pPr marL="457200" indent="-457200" algn="just">
              <a:buAutoNum type="arabicParenBoth"/>
            </a:pPr>
            <a:r>
              <a:rPr lang="pt-BR" dirty="0"/>
              <a:t>As configurações inicialmente geradas são factíveis e infactíveis e os operadores genéticos, obviamente, mantêm essa característica.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09854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627534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just"/>
            <a:r>
              <a:rPr lang="pt-BR" dirty="0"/>
              <a:t>Dentro da solução para </a:t>
            </a:r>
            <a:r>
              <a:rPr lang="pt-BR" dirty="0" err="1"/>
              <a:t>infactibilidade</a:t>
            </a:r>
            <a:r>
              <a:rPr lang="pt-BR" dirty="0"/>
              <a:t>, o algoritmo penaliza a função objetivo, como método de otimização.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O método da barreira é mais utilizado, obtendo como parâmetro a própria penalização, controlando a função objetivo de forma que ela não permita grande </a:t>
            </a:r>
            <a:r>
              <a:rPr lang="pt-BR" dirty="0" err="1"/>
              <a:t>infactibilidade</a:t>
            </a:r>
            <a:r>
              <a:rPr lang="pt-BR" dirty="0"/>
              <a:t> e também não seja totalmente factível.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Essa otimização é feita para garantir a escolha dos melhores dentro da população, gerando qualidade no algoritmo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3876257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522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Função Objetivo</a:t>
            </a:r>
            <a:endParaRPr lang="en" dirty="0"/>
          </a:p>
        </p:txBody>
      </p:sp>
      <p:sp>
        <p:nvSpPr>
          <p:cNvPr id="523" name="Shape 523"/>
          <p:cNvSpPr txBox="1">
            <a:spLocks noGrp="1"/>
          </p:cNvSpPr>
          <p:nvPr>
            <p:ph type="body" idx="1"/>
          </p:nvPr>
        </p:nvSpPr>
        <p:spPr>
          <a:xfrm>
            <a:off x="971600" y="1552524"/>
            <a:ext cx="2580299" cy="24704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algn="just">
              <a:buNone/>
            </a:pPr>
            <a:r>
              <a:rPr lang="pt-BR" sz="1800" dirty="0"/>
              <a:t>Para o problema da mochila mostrado no exemplo, uma população típica de 4 elementos e usando a codificação binária apresenta a seguinte forma: </a:t>
            </a:r>
            <a:endParaRPr lang="pt-BR" sz="1800" dirty="0"/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pt-BR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 l="50280" t="28658" r="25613" b="54191"/>
          <a:stretch>
            <a:fillRect/>
          </a:stretch>
        </p:blipFill>
        <p:spPr bwMode="auto">
          <a:xfrm>
            <a:off x="4211960" y="1851670"/>
            <a:ext cx="4680554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1275606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algn="ctr">
              <a:buNone/>
            </a:pPr>
            <a:r>
              <a:rPr lang="pt-BR" dirty="0"/>
              <a:t>Resultado: 4 configurações factíveis. em que é indicada a função objetivo de cada proposta de solução. Essa população deve ser usada para implementar os operadores genéticos. </a:t>
            </a:r>
          </a:p>
        </p:txBody>
      </p:sp>
    </p:spTree>
    <p:extLst>
      <p:ext uri="{BB962C8B-B14F-4D97-AF65-F5344CB8AC3E}">
        <p14:creationId xmlns:p14="http://schemas.microsoft.com/office/powerpoint/2010/main" val="133833930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A seleção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 dirty="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6</a:t>
            </a:r>
            <a:endParaRPr lang="en" sz="12000" b="1" dirty="0">
              <a:solidFill>
                <a:srgbClr val="3C78D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929001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627534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t-BR" dirty="0"/>
              <a:t>O operador de seleção é uma função que tem como objetivo selecionar os melhores indivíduos para gerar os melhores descendentes.</a:t>
            </a:r>
          </a:p>
          <a:p>
            <a:endParaRPr lang="pt-BR" dirty="0"/>
          </a:p>
          <a:p>
            <a:pPr lvl="1"/>
            <a:r>
              <a:rPr lang="pt-BR" dirty="0"/>
              <a:t>Seleção proporcional:</a:t>
            </a:r>
          </a:p>
          <a:p>
            <a:pPr lvl="2"/>
            <a:r>
              <a:rPr lang="pt-BR" dirty="0" smtClean="0"/>
              <a:t>	-Número </a:t>
            </a:r>
            <a:r>
              <a:rPr lang="pt-BR" dirty="0"/>
              <a:t>de descendentes gerados proporcionalmente ao </a:t>
            </a:r>
            <a:r>
              <a:rPr lang="pt-BR" dirty="0" smtClean="0"/>
              <a:t>	valor </a:t>
            </a:r>
            <a:r>
              <a:rPr lang="pt-BR" dirty="0"/>
              <a:t>da função de adaptação.</a:t>
            </a:r>
          </a:p>
          <a:p>
            <a:pPr lvl="2"/>
            <a:r>
              <a:rPr lang="pt-BR" dirty="0" smtClean="0"/>
              <a:t>	-Pode </a:t>
            </a:r>
            <a:r>
              <a:rPr lang="pt-BR" dirty="0"/>
              <a:t>gerar descendentes não inteiros.</a:t>
            </a:r>
          </a:p>
          <a:p>
            <a:pPr lvl="2"/>
            <a:r>
              <a:rPr lang="pt-BR" dirty="0" smtClean="0"/>
              <a:t>	-Muitas </a:t>
            </a:r>
            <a:r>
              <a:rPr lang="pt-BR" dirty="0"/>
              <a:t>desvantagens, dentre elas: necessidade de uma </a:t>
            </a:r>
            <a:r>
              <a:rPr lang="pt-BR" dirty="0" smtClean="0"/>
              <a:t>	roleta</a:t>
            </a:r>
            <a:r>
              <a:rPr lang="pt-BR" dirty="0"/>
              <a:t>, padronização do problema, convergência prematura e </a:t>
            </a:r>
            <a:r>
              <a:rPr lang="pt-BR" dirty="0" smtClean="0"/>
              <a:t>	até </a:t>
            </a:r>
            <a:r>
              <a:rPr lang="pt-BR" dirty="0"/>
              <a:t>mesmo gerar valores muito parecidos na função de </a:t>
            </a:r>
            <a:r>
              <a:rPr lang="pt-BR" dirty="0" smtClean="0"/>
              <a:t>	adaptação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955287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1275606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1"/>
            <a:r>
              <a:rPr lang="pt-BR" dirty="0"/>
              <a:t>Seleção por torneio:</a:t>
            </a:r>
          </a:p>
          <a:p>
            <a:pPr lvl="4"/>
            <a:r>
              <a:rPr lang="pt-BR" dirty="0" smtClean="0"/>
              <a:t>	-Descendentes </a:t>
            </a:r>
            <a:r>
              <a:rPr lang="pt-BR" dirty="0"/>
              <a:t>são escolhidos através de jogos, aqueles que </a:t>
            </a:r>
            <a:r>
              <a:rPr lang="pt-BR" dirty="0" smtClean="0"/>
              <a:t>	possuem </a:t>
            </a:r>
            <a:r>
              <a:rPr lang="pt-BR" dirty="0"/>
              <a:t>melhor pontuação consequentemente tem o </a:t>
            </a:r>
            <a:r>
              <a:rPr lang="pt-BR" dirty="0" smtClean="0"/>
              <a:t>	melhor </a:t>
            </a:r>
            <a:r>
              <a:rPr lang="pt-BR" dirty="0"/>
              <a:t>valor da função de adaptação.</a:t>
            </a:r>
          </a:p>
          <a:p>
            <a:pPr lvl="4"/>
            <a:r>
              <a:rPr lang="pt-BR" dirty="0" smtClean="0"/>
              <a:t>	-A </a:t>
            </a:r>
            <a:r>
              <a:rPr lang="pt-BR" dirty="0"/>
              <a:t>função de adaptação gera valores inteiros, dispensando a </a:t>
            </a:r>
            <a:r>
              <a:rPr lang="pt-BR" dirty="0" smtClean="0"/>
              <a:t>	roleta </a:t>
            </a:r>
            <a:r>
              <a:rPr lang="pt-BR" dirty="0"/>
              <a:t>e possui um tempo de seleção bem mais rápido que o </a:t>
            </a:r>
            <a:r>
              <a:rPr lang="pt-BR" dirty="0" smtClean="0"/>
              <a:t>	proporcional</a:t>
            </a:r>
            <a:r>
              <a:rPr lang="pt-BR" dirty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47471415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Recombinação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 dirty="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7</a:t>
            </a:r>
            <a:endParaRPr lang="en" sz="12000" b="1" dirty="0">
              <a:solidFill>
                <a:srgbClr val="3C78D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952779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1275606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t-BR" dirty="0"/>
              <a:t>Troca configurações de dois indivíduos.</a:t>
            </a:r>
          </a:p>
          <a:p>
            <a:r>
              <a:rPr lang="pt-BR" dirty="0"/>
              <a:t>Simulação do Crossing Over</a:t>
            </a:r>
          </a:p>
          <a:p>
            <a:r>
              <a:rPr lang="pt-BR" dirty="0"/>
              <a:t>Pode ser: de um único pontos, dois pontos, multipontos e uniforme</a:t>
            </a:r>
            <a:r>
              <a:rPr lang="pt-BR" dirty="0" smtClean="0"/>
              <a:t>.	</a:t>
            </a:r>
            <a:endParaRPr lang="pt-BR" dirty="0"/>
          </a:p>
          <a:p>
            <a:pPr lvl="2"/>
            <a:r>
              <a:rPr lang="pt-BR" dirty="0"/>
              <a:t> </a:t>
            </a:r>
            <a:r>
              <a:rPr lang="pt-BR" dirty="0" smtClean="0"/>
              <a:t>      Recombinação  </a:t>
            </a:r>
            <a:r>
              <a:rPr lang="pt-BR" dirty="0"/>
              <a:t>de um simples ponto:</a:t>
            </a:r>
          </a:p>
          <a:p>
            <a:pPr lvl="2"/>
            <a:r>
              <a:rPr lang="pt-BR" dirty="0" smtClean="0"/>
              <a:t>	-Gera </a:t>
            </a:r>
            <a:r>
              <a:rPr lang="pt-BR" dirty="0"/>
              <a:t>um número aleatório para escolher os indivíduos que </a:t>
            </a:r>
            <a:r>
              <a:rPr lang="pt-BR" dirty="0" smtClean="0"/>
              <a:t>	são </a:t>
            </a:r>
            <a:r>
              <a:rPr lang="pt-BR" dirty="0"/>
              <a:t>combinados, o ponto de configuração a ser combinado e </a:t>
            </a:r>
            <a:r>
              <a:rPr lang="pt-BR" dirty="0" smtClean="0"/>
              <a:t>	um </a:t>
            </a:r>
            <a:r>
              <a:rPr lang="pt-BR" dirty="0"/>
              <a:t>número p para saber se a configuração escolhida pode </a:t>
            </a:r>
            <a:r>
              <a:rPr lang="pt-BR" dirty="0" smtClean="0"/>
              <a:t>	ser </a:t>
            </a:r>
            <a:r>
              <a:rPr lang="pt-BR" dirty="0"/>
              <a:t>recombinada.</a:t>
            </a:r>
          </a:p>
        </p:txBody>
      </p:sp>
    </p:spTree>
    <p:extLst>
      <p:ext uri="{BB962C8B-B14F-4D97-AF65-F5344CB8AC3E}">
        <p14:creationId xmlns:p14="http://schemas.microsoft.com/office/powerpoint/2010/main" val="4271517889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43" t="9002" r="48923" b="17209"/>
          <a:stretch/>
        </p:blipFill>
        <p:spPr bwMode="auto">
          <a:xfrm>
            <a:off x="1259632" y="195486"/>
            <a:ext cx="2623472" cy="434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10" t="37023" r="24345" b="23570"/>
          <a:stretch/>
        </p:blipFill>
        <p:spPr bwMode="auto">
          <a:xfrm>
            <a:off x="4634921" y="614921"/>
            <a:ext cx="3065101" cy="2789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5286291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Mutação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 dirty="0" smtClean="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8</a:t>
            </a:r>
            <a:endParaRPr lang="en" sz="12000" b="1" dirty="0">
              <a:solidFill>
                <a:srgbClr val="3C78D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3884582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1275606"/>
            <a:ext cx="6996600" cy="19220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t-BR" dirty="0"/>
              <a:t>Modifica o valor binário de 0 para 1 ou vice-e-versa.</a:t>
            </a:r>
          </a:p>
          <a:p>
            <a:r>
              <a:rPr lang="pt-BR" dirty="0"/>
              <a:t>A taxa de mutação é a probabilidade de uma posição ser modificada.</a:t>
            </a:r>
          </a:p>
          <a:p>
            <a:r>
              <a:rPr lang="pt-BR" dirty="0"/>
              <a:t>Cada configuração possui uma taxa de mutação entre 0.001 e 0.05.</a:t>
            </a:r>
          </a:p>
          <a:p>
            <a:r>
              <a:rPr lang="pt-BR" dirty="0"/>
              <a:t>Na hora da mutação, é gerado um número aleatório entre 0 e 1 para que seja comparado à taxa de mutação da configuração. Se o número aleatório for menor que a taxa, é realizado a mutação.</a:t>
            </a:r>
          </a:p>
        </p:txBody>
      </p:sp>
    </p:spTree>
    <p:extLst>
      <p:ext uri="{BB962C8B-B14F-4D97-AF65-F5344CB8AC3E}">
        <p14:creationId xmlns:p14="http://schemas.microsoft.com/office/powerpoint/2010/main" val="902164182"/>
      </p:ext>
    </p:extLst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Controle e Critério de Parada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 dirty="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9</a:t>
            </a:r>
            <a:endParaRPr lang="en" sz="12000" b="1" dirty="0">
              <a:solidFill>
                <a:srgbClr val="3C78D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1123310"/>
      </p:ext>
    </p:extLst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7750" y="634125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771550"/>
            <a:ext cx="6996600" cy="242615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t-BR" dirty="0"/>
              <a:t>Controle do algoritmo se refere aos parâmetros: taxa de mutação, taxa de recombinação e tamanho da população.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Critério de parada do algoritmo são as atividades que ele deve realizar para que seja terminado o programa. Existem vários critérios de parada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86" t="37448" r="28798" b="51959"/>
          <a:stretch/>
        </p:blipFill>
        <p:spPr bwMode="auto">
          <a:xfrm>
            <a:off x="2156791" y="1923678"/>
            <a:ext cx="4464496" cy="1369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1635914"/>
      </p:ext>
    </p:extLst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3608" y="411510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>
                <a:solidFill>
                  <a:srgbClr val="3C78D8"/>
                </a:solidFill>
              </a:rPr>
              <a:t>Critérios de Parada</a:t>
            </a: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1347614"/>
            <a:ext cx="6996600" cy="242615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r>
              <a:rPr lang="pt-BR" dirty="0"/>
              <a:t>Foi executado um número específico de gerações;</a:t>
            </a:r>
          </a:p>
          <a:p>
            <a:r>
              <a:rPr lang="pt-BR" dirty="0"/>
              <a:t>A incumbente (melhor solução criada) assume um valor de pelo menos igual de qualidade que um valor previamente especificado;</a:t>
            </a:r>
          </a:p>
          <a:p>
            <a:r>
              <a:rPr lang="pt-BR" dirty="0"/>
              <a:t>A incumbente não melhora durante um número específico de gerações;</a:t>
            </a:r>
          </a:p>
          <a:p>
            <a:r>
              <a:rPr lang="pt-BR" dirty="0"/>
              <a:t>As população não possuem evolução depois de algum tempo;</a:t>
            </a:r>
          </a:p>
          <a:p>
            <a:r>
              <a:rPr lang="pt-BR" dirty="0"/>
              <a:t>Critério que é usado para algum problema específico.</a:t>
            </a:r>
          </a:p>
        </p:txBody>
      </p:sp>
    </p:spTree>
    <p:extLst>
      <p:ext uri="{BB962C8B-B14F-4D97-AF65-F5344CB8AC3E}">
        <p14:creationId xmlns:p14="http://schemas.microsoft.com/office/powerpoint/2010/main" val="3964861591"/>
      </p:ext>
    </p:extLst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Shape 473"/>
          <p:cNvSpPr txBox="1">
            <a:spLocks noGrp="1"/>
          </p:cNvSpPr>
          <p:nvPr>
            <p:ph type="ctrTitle"/>
          </p:nvPr>
        </p:nvSpPr>
        <p:spPr>
          <a:xfrm>
            <a:off x="2309350" y="3031150"/>
            <a:ext cx="5214599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dirty="0" smtClean="0"/>
              <a:t>População Inicial</a:t>
            </a:r>
            <a:endParaRPr lang="en" dirty="0"/>
          </a:p>
        </p:txBody>
      </p:sp>
      <p:sp>
        <p:nvSpPr>
          <p:cNvPr id="475" name="Shape 475"/>
          <p:cNvSpPr txBox="1"/>
          <p:nvPr/>
        </p:nvSpPr>
        <p:spPr>
          <a:xfrm>
            <a:off x="7416725" y="3661925"/>
            <a:ext cx="1760399" cy="120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2000" b="1" dirty="0" smtClean="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10</a:t>
            </a:r>
            <a:endParaRPr lang="en" sz="12000" b="1" dirty="0">
              <a:solidFill>
                <a:srgbClr val="3C78D8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5233468"/>
      </p:ext>
    </p:extLst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485"/>
          <p:cNvSpPr txBox="1">
            <a:spLocks noGrp="1"/>
          </p:cNvSpPr>
          <p:nvPr>
            <p:ph type="title"/>
          </p:nvPr>
        </p:nvSpPr>
        <p:spPr>
          <a:xfrm>
            <a:off x="1043608" y="411510"/>
            <a:ext cx="6996600" cy="715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>
                <a:solidFill>
                  <a:srgbClr val="3C78D8"/>
                </a:solidFill>
              </a:rPr>
              <a:t>População Inicial</a:t>
            </a:r>
            <a:endParaRPr lang="en" dirty="0">
              <a:solidFill>
                <a:srgbClr val="3C78D8"/>
              </a:solidFill>
            </a:endParaRPr>
          </a:p>
        </p:txBody>
      </p:sp>
      <p:sp>
        <p:nvSpPr>
          <p:cNvPr id="486" name="Shape 486"/>
          <p:cNvSpPr txBox="1">
            <a:spLocks noGrp="1"/>
          </p:cNvSpPr>
          <p:nvPr>
            <p:ph type="body" idx="1"/>
          </p:nvPr>
        </p:nvSpPr>
        <p:spPr>
          <a:xfrm>
            <a:off x="1115616" y="1347614"/>
            <a:ext cx="6996600" cy="2426155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pt-BR" dirty="0" smtClean="0"/>
              <a:t>Para aplicar o algoritmo genético, tem que se ter uma população inicial, para isso há duas formas: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pt-BR" dirty="0" smtClean="0"/>
              <a:t>Um processo aleatório controlado de criação da população, para problemas que há conhecimento da configuração.</a:t>
            </a:r>
          </a:p>
          <a:p>
            <a:pPr marL="342900" lvl="6" indent="-342900">
              <a:buFont typeface="Arial" panose="020B0604020202020204" pitchFamily="34" charset="0"/>
              <a:buChar char="•"/>
            </a:pPr>
            <a:r>
              <a:rPr lang="pt-BR" dirty="0" smtClean="0"/>
              <a:t>Gerar a população usando algoritmos heurísticos  construtivos rápidos e eficientes.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6789176"/>
      </p:ext>
    </p:extLst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Shape 733"/>
          <p:cNvSpPr txBox="1">
            <a:spLocks noGrp="1"/>
          </p:cNvSpPr>
          <p:nvPr>
            <p:ph type="ctrTitle" idx="4294967295"/>
          </p:nvPr>
        </p:nvSpPr>
        <p:spPr>
          <a:xfrm>
            <a:off x="1275149" y="1278550"/>
            <a:ext cx="6593700" cy="1159799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" sz="10000" dirty="0" smtClean="0"/>
              <a:t>Obrigado!</a:t>
            </a:r>
            <a:endParaRPr lang="en" sz="10000" dirty="0"/>
          </a:p>
        </p:txBody>
      </p:sp>
      <p:sp>
        <p:nvSpPr>
          <p:cNvPr id="734" name="Shape 734"/>
          <p:cNvSpPr txBox="1">
            <a:spLocks noGrp="1"/>
          </p:cNvSpPr>
          <p:nvPr>
            <p:ph type="subTitle" idx="4294967295"/>
          </p:nvPr>
        </p:nvSpPr>
        <p:spPr>
          <a:xfrm>
            <a:off x="1275150" y="2325749"/>
            <a:ext cx="6593700" cy="168089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0">
              <a:spcBef>
                <a:spcPts val="0"/>
              </a:spcBef>
              <a:buNone/>
            </a:pPr>
            <a:r>
              <a:rPr lang="en" sz="1800" b="1" dirty="0" smtClean="0"/>
              <a:t>Alguma Pergunta?</a:t>
            </a:r>
            <a:endParaRPr lang="en" sz="1800" b="1" dirty="0"/>
          </a:p>
          <a:p>
            <a:pPr lvl="0" algn="r" rtl="0">
              <a:spcBef>
                <a:spcPts val="0"/>
              </a:spcBef>
              <a:buNone/>
            </a:pPr>
            <a:r>
              <a:rPr lang="pt-BR" sz="1800" b="1" dirty="0" smtClean="0"/>
              <a:t>Camila Moreira</a:t>
            </a:r>
          </a:p>
          <a:p>
            <a:pPr lvl="0" algn="r" rtl="0">
              <a:spcBef>
                <a:spcPts val="0"/>
              </a:spcBef>
              <a:buNone/>
            </a:pPr>
            <a:r>
              <a:rPr lang="pt-BR" sz="1800" b="1" dirty="0" smtClean="0"/>
              <a:t>Cleber Faria</a:t>
            </a:r>
          </a:p>
          <a:p>
            <a:pPr lvl="0" algn="r" rtl="0">
              <a:spcBef>
                <a:spcPts val="0"/>
              </a:spcBef>
              <a:buNone/>
            </a:pPr>
            <a:r>
              <a:rPr lang="pt-BR" sz="1800" b="1" dirty="0" err="1" smtClean="0"/>
              <a:t>Cristovão</a:t>
            </a:r>
            <a:r>
              <a:rPr lang="pt-BR" sz="1800" b="1" dirty="0" smtClean="0"/>
              <a:t> Rodrigues</a:t>
            </a:r>
          </a:p>
          <a:p>
            <a:pPr lvl="0" algn="r" rtl="0">
              <a:spcBef>
                <a:spcPts val="0"/>
              </a:spcBef>
              <a:buNone/>
            </a:pPr>
            <a:r>
              <a:rPr lang="pt-BR" sz="1800" b="1" dirty="0" err="1" smtClean="0"/>
              <a:t>Phelippe</a:t>
            </a:r>
            <a:r>
              <a:rPr lang="pt-BR" sz="1800" b="1" dirty="0" smtClean="0"/>
              <a:t> Vicente</a:t>
            </a:r>
            <a:endParaRPr sz="1800" b="1" dirty="0"/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Quinc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970</Words>
  <Application>Microsoft Office PowerPoint</Application>
  <PresentationFormat>Apresentação na tela (16:9)</PresentationFormat>
  <Paragraphs>121</Paragraphs>
  <Slides>33</Slides>
  <Notes>33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Oswald</vt:lpstr>
      <vt:lpstr>Alien League</vt:lpstr>
      <vt:lpstr>Source Sans Pro</vt:lpstr>
      <vt:lpstr>Quince template</vt:lpstr>
      <vt:lpstr>Algoritmo Genético</vt:lpstr>
      <vt:lpstr>O que é</vt:lpstr>
      <vt:lpstr>Apresentação do PowerPoint</vt:lpstr>
      <vt:lpstr>Como Funciona?</vt:lpstr>
      <vt:lpstr>Como funciona?</vt:lpstr>
      <vt:lpstr>Regras básicas para se criar o Algorítmo Genético</vt:lpstr>
      <vt:lpstr>Regras básicas para se criar o Algorítmo Genético</vt:lpstr>
      <vt:lpstr>Regras básicas para se criar o Algorítmo Genético</vt:lpstr>
      <vt:lpstr>Regras básicas para se criar o Algorítmo Genético</vt:lpstr>
      <vt:lpstr>Regras básicas para se criar o Algorítmo Genético Exemplo</vt:lpstr>
      <vt:lpstr>Algorítmo Genético Elementar</vt:lpstr>
      <vt:lpstr>Algorítimo Genético Elementar</vt:lpstr>
      <vt:lpstr>Apresentação do PowerPoint</vt:lpstr>
      <vt:lpstr>Função Objetivo</vt:lpstr>
      <vt:lpstr>Função Objetivo</vt:lpstr>
      <vt:lpstr>Apresentação do PowerPoint</vt:lpstr>
      <vt:lpstr>Apresentação do PowerPoint</vt:lpstr>
      <vt:lpstr>Função Objetivo</vt:lpstr>
      <vt:lpstr>Apresentação do PowerPoint</vt:lpstr>
      <vt:lpstr>A seleção</vt:lpstr>
      <vt:lpstr>Apresentação do PowerPoint</vt:lpstr>
      <vt:lpstr>Apresentação do PowerPoint</vt:lpstr>
      <vt:lpstr>Recombinação</vt:lpstr>
      <vt:lpstr>Apresentação do PowerPoint</vt:lpstr>
      <vt:lpstr>Apresentação do PowerPoint</vt:lpstr>
      <vt:lpstr>Mutação</vt:lpstr>
      <vt:lpstr>Apresentação do PowerPoint</vt:lpstr>
      <vt:lpstr>Controle e Critério de Parada</vt:lpstr>
      <vt:lpstr>Apresentação do PowerPoint</vt:lpstr>
      <vt:lpstr>Critérios de Parada</vt:lpstr>
      <vt:lpstr>População Inicial</vt:lpstr>
      <vt:lpstr>População Inicial</vt:lpstr>
      <vt:lpstr>Obrigado!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Algorítmo Genético</dc:title>
  <cp:lastModifiedBy>Camila</cp:lastModifiedBy>
  <cp:revision>5</cp:revision>
  <dcterms:modified xsi:type="dcterms:W3CDTF">2016-05-20T11:37:53Z</dcterms:modified>
</cp:coreProperties>
</file>