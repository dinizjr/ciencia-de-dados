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67" r:id="rId5"/>
    <p:sldId id="266" r:id="rId6"/>
    <p:sldId id="277" r:id="rId7"/>
    <p:sldId id="268" r:id="rId8"/>
    <p:sldId id="265" r:id="rId9"/>
    <p:sldId id="262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4660"/>
  </p:normalViewPr>
  <p:slideViewPr>
    <p:cSldViewPr>
      <p:cViewPr varScale="1">
        <p:scale>
          <a:sx n="101" d="100"/>
          <a:sy n="101" d="100"/>
        </p:scale>
        <p:origin x="2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AECCE36-3571-4968-83F3-3EDE54EE4C12}" type="datetimeFigureOut">
              <a:rPr lang="pt-BR" smtClean="0"/>
              <a:pPr/>
              <a:t>21/10/2019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4AFB192-CE3A-46E9-A91E-DA4985496888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pe.gov.br/pt/abcdenergia/matriz-energetica-e-eletrica" TargetMode="External"/><Relationship Id="rId2" Type="http://schemas.openxmlformats.org/officeDocument/2006/relationships/hyperlink" Target="https://www.portal-energia.com/matriz-energetica-brasileir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bluesol.com.br/energia-solar-no-brasil-panorama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9592" y="1700808"/>
            <a:ext cx="7380312" cy="2952328"/>
          </a:xfrm>
        </p:spPr>
        <p:txBody>
          <a:bodyPr/>
          <a:lstStyle/>
          <a:p>
            <a:pPr algn="ctr"/>
            <a:r>
              <a:rPr lang="pt-BR" i="1" dirty="0"/>
              <a:t>Previsão de geração de Potência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07704" y="4941168"/>
            <a:ext cx="6400800" cy="1057672"/>
          </a:xfrm>
        </p:spPr>
        <p:txBody>
          <a:bodyPr>
            <a:normAutofit/>
          </a:bodyPr>
          <a:lstStyle/>
          <a:p>
            <a:pPr algn="r"/>
            <a:r>
              <a:rPr lang="pt-BR" sz="2400" dirty="0"/>
              <a:t>José Diniz Junior RA:183134</a:t>
            </a:r>
          </a:p>
          <a:p>
            <a:pPr algn="r"/>
            <a:r>
              <a:rPr lang="pt-BR" sz="2400" dirty="0"/>
              <a:t>Roberto Leonardo Rodrigues RA:060235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3629000"/>
          </a:xfrm>
        </p:spPr>
        <p:txBody>
          <a:bodyPr/>
          <a:lstStyle/>
          <a:p>
            <a:pPr algn="just"/>
            <a:r>
              <a:rPr lang="pt-BR" dirty="0"/>
              <a:t>Geração de energia por fontes não renováveis;</a:t>
            </a:r>
          </a:p>
          <a:p>
            <a:pPr algn="just"/>
            <a:r>
              <a:rPr lang="pt-BR" dirty="0"/>
              <a:t>Qualidade do ar, meio ambiente;</a:t>
            </a:r>
          </a:p>
          <a:p>
            <a:pPr algn="just"/>
            <a:r>
              <a:rPr lang="pt-BR" dirty="0"/>
              <a:t>A geração de energia através de painéis solares representa uma pequena fatia na matriz energética do Brasil, cerca de 0,82 %;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827584" y="5517232"/>
            <a:ext cx="7416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Fontes:</a:t>
            </a:r>
          </a:p>
          <a:p>
            <a:r>
              <a:rPr lang="pt-BR" dirty="0">
                <a:hlinkClick r:id="rId2"/>
              </a:rPr>
              <a:t>https://www.portal-energia.com/matriz-energetica-brasileira/</a:t>
            </a:r>
            <a:endParaRPr lang="pt-BR" dirty="0"/>
          </a:p>
          <a:p>
            <a:r>
              <a:rPr lang="pt-BR" dirty="0">
                <a:hlinkClick r:id="rId3"/>
              </a:rPr>
              <a:t>http://www.epe.gov.br/pt/abcdenergia/matriz-energetica-e-eletrica</a:t>
            </a:r>
            <a:endParaRPr lang="pt-BR" dirty="0"/>
          </a:p>
          <a:p>
            <a:r>
              <a:rPr lang="pt-BR" dirty="0">
                <a:hlinkClick r:id="rId4"/>
              </a:rPr>
              <a:t>https://blog.bluesol.com.br/energia-solar-no-brasil-panorama/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Oportunidade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298092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Propor um sistema para previsão de geração de potência, utilizando técnicas de machine </a:t>
            </a:r>
            <a:r>
              <a:rPr lang="pt-BR" dirty="0" err="1"/>
              <a:t>learning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Visando uma melhor estimativa para investimento  e geração de energia em um determinado local.</a:t>
            </a:r>
          </a:p>
          <a:p>
            <a:pPr algn="just"/>
            <a:endParaRPr lang="pt-BR" dirty="0"/>
          </a:p>
          <a:p>
            <a:pPr algn="just">
              <a:buNone/>
            </a:pP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467544" y="5589240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971600" y="4653136"/>
            <a:ext cx="3053868" cy="538629"/>
          </a:xfrm>
          <a:prstGeom prst="rect">
            <a:avLst/>
          </a:prstGeom>
        </p:spPr>
        <p:txBody>
          <a:bodyPr vert="horz" lIns="45720" rIns="4572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Cálculo</a:t>
            </a:r>
          </a:p>
        </p:txBody>
      </p:sp>
      <p:sp>
        <p:nvSpPr>
          <p:cNvPr id="6" name="Espaço Reservado para Texto 3"/>
          <p:cNvSpPr txBox="1">
            <a:spLocks/>
          </p:cNvSpPr>
          <p:nvPr/>
        </p:nvSpPr>
        <p:spPr>
          <a:xfrm>
            <a:off x="971600" y="5229200"/>
            <a:ext cx="4464496" cy="504056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pt-BR" dirty="0"/>
              <a:t>Energia = Potência x tempo x rendimento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3284984"/>
            <a:ext cx="3053868" cy="538629"/>
          </a:xfrm>
        </p:spPr>
        <p:txBody>
          <a:bodyPr>
            <a:normAutofit/>
          </a:bodyPr>
          <a:lstStyle/>
          <a:p>
            <a:r>
              <a:rPr lang="pt-BR" sz="2800" dirty="0"/>
              <a:t>Yingli</a:t>
            </a:r>
          </a:p>
        </p:txBody>
      </p:sp>
      <p:pic>
        <p:nvPicPr>
          <p:cNvPr id="5" name="Espaço Reservado para Imagem 4" descr="245w.jpg"/>
          <p:cNvPicPr>
            <a:picLocks noGrp="1" noChangeAspect="1"/>
          </p:cNvPicPr>
          <p:nvPr>
            <p:ph type="pic" idx="1"/>
          </p:nvPr>
        </p:nvPicPr>
        <p:blipFill>
          <a:blip r:embed="rId2" cstate="print"/>
          <a:srcRect l="21850" r="21850"/>
          <a:stretch>
            <a:fillRect/>
          </a:stretch>
        </p:blipFill>
        <p:spPr>
          <a:xfrm>
            <a:off x="4726360" y="620688"/>
            <a:ext cx="3960440" cy="3960440"/>
          </a:xfrm>
        </p:spPr>
      </p:pic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67546" y="3861048"/>
            <a:ext cx="3341898" cy="576064"/>
          </a:xfrm>
        </p:spPr>
        <p:txBody>
          <a:bodyPr>
            <a:normAutofit/>
          </a:bodyPr>
          <a:lstStyle/>
          <a:p>
            <a:r>
              <a:rPr lang="pt-BR" sz="2200" dirty="0"/>
              <a:t>Modelo: 245 W</a:t>
            </a:r>
          </a:p>
          <a:p>
            <a:endParaRPr lang="pt-BR" sz="1800" dirty="0"/>
          </a:p>
          <a:p>
            <a:endParaRPr lang="pt-BR" sz="18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323528" y="1334378"/>
            <a:ext cx="41044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/>
              <a:t>Utilizando dados de estações meteorológicas e de painéis solares do </a:t>
            </a:r>
            <a:r>
              <a:rPr lang="pt-BR" sz="2200" dirty="0" err="1"/>
              <a:t>Smart</a:t>
            </a:r>
            <a:r>
              <a:rPr lang="pt-BR" sz="2200" dirty="0"/>
              <a:t> Campus </a:t>
            </a:r>
            <a:r>
              <a:rPr lang="pt-BR" sz="2200" dirty="0" err="1"/>
              <a:t>Facens</a:t>
            </a:r>
            <a:r>
              <a:rPr lang="pt-BR" sz="22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Pesquisas e relações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principal objetivo dos trabalhos analisados é a previsao de geração de energia com a junção de dados fotovoltaicos e meteorológicos.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Previsão com poucos dados;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Previsão para próximas 24 horas;</a:t>
            </a:r>
          </a:p>
          <a:p>
            <a:pPr marL="608076" indent="-571500" algn="just">
              <a:buFont typeface="+mj-lt"/>
              <a:buAutoNum type="romanUcPeriod"/>
            </a:pPr>
            <a:r>
              <a:rPr lang="pt-BR" dirty="0"/>
              <a:t>Variação de técnicas de classificação para encontrar erros no sistema de geração;</a:t>
            </a:r>
          </a:p>
        </p:txBody>
      </p:sp>
    </p:spTree>
    <p:extLst>
      <p:ext uri="{BB962C8B-B14F-4D97-AF65-F5344CB8AC3E}">
        <p14:creationId xmlns:p14="http://schemas.microsoft.com/office/powerpoint/2010/main" val="347669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800" dirty="0"/>
              <a:t>DataSets – (julho 2018 a junho 2019)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179512" y="1268760"/>
            <a:ext cx="2023964" cy="462880"/>
          </a:xfrm>
        </p:spPr>
        <p:txBody>
          <a:bodyPr/>
          <a:lstStyle/>
          <a:p>
            <a:r>
              <a:rPr lang="pt-BR" i="1" u="sng" dirty="0"/>
              <a:t>Fotovoltaico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half" idx="3"/>
          </p:nvPr>
        </p:nvSpPr>
        <p:spPr>
          <a:xfrm>
            <a:off x="2483768" y="1268760"/>
            <a:ext cx="2376264" cy="462880"/>
          </a:xfrm>
        </p:spPr>
        <p:txBody>
          <a:bodyPr>
            <a:normAutofit/>
          </a:bodyPr>
          <a:lstStyle/>
          <a:p>
            <a:r>
              <a:rPr lang="pt-BR" i="1" u="sng" dirty="0"/>
              <a:t>Meteorologico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107504" y="1772816"/>
            <a:ext cx="2448272" cy="4536504"/>
          </a:xfrm>
        </p:spPr>
        <p:txBody>
          <a:bodyPr>
            <a:normAutofit/>
          </a:bodyPr>
          <a:lstStyle/>
          <a:p>
            <a:r>
              <a:rPr lang="pt-BR" dirty="0"/>
              <a:t>Registros: 8.022.697</a:t>
            </a:r>
          </a:p>
          <a:p>
            <a:r>
              <a:rPr lang="pt-BR" dirty="0"/>
              <a:t>Campos</a:t>
            </a:r>
          </a:p>
          <a:p>
            <a:pPr lvl="1"/>
            <a:r>
              <a:rPr lang="pt-BR" dirty="0"/>
              <a:t>data </a:t>
            </a:r>
          </a:p>
          <a:p>
            <a:pPr lvl="1"/>
            <a:r>
              <a:rPr lang="pt-BR" strike="sngStrike" dirty="0"/>
              <a:t>energia_dia</a:t>
            </a:r>
          </a:p>
          <a:p>
            <a:pPr lvl="1"/>
            <a:r>
              <a:rPr lang="pt-BR" strike="sngStrike" dirty="0"/>
              <a:t>energia_ano</a:t>
            </a:r>
          </a:p>
          <a:p>
            <a:pPr lvl="1"/>
            <a:r>
              <a:rPr lang="pt-BR" strike="sngStrike" dirty="0"/>
              <a:t>energia_total</a:t>
            </a:r>
          </a:p>
          <a:p>
            <a:pPr lvl="1"/>
            <a:r>
              <a:rPr lang="pt-BR" strike="sngStrike" dirty="0"/>
              <a:t>potencia</a:t>
            </a:r>
          </a:p>
          <a:p>
            <a:pPr lvl="1"/>
            <a:r>
              <a:rPr lang="pt-BR" strike="sngStrike" dirty="0"/>
              <a:t>power_led</a:t>
            </a:r>
          </a:p>
          <a:p>
            <a:pPr lvl="1"/>
            <a:r>
              <a:rPr lang="pt-BR" strike="sngStrike" dirty="0"/>
              <a:t>solarnet_led</a:t>
            </a:r>
          </a:p>
          <a:p>
            <a:pPr lvl="1"/>
            <a:r>
              <a:rPr lang="pt-BR" strike="sngStrike" dirty="0"/>
              <a:t>solarweb_led</a:t>
            </a:r>
            <a:endParaRPr lang="pt-BR" dirty="0"/>
          </a:p>
          <a:p>
            <a:pPr lvl="1"/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4"/>
          </p:nvPr>
        </p:nvSpPr>
        <p:spPr>
          <a:xfrm>
            <a:off x="2411760" y="1772816"/>
            <a:ext cx="3455367" cy="4680521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Registros: 50.502</a:t>
            </a:r>
          </a:p>
          <a:p>
            <a:r>
              <a:rPr lang="pt-BR" dirty="0"/>
              <a:t>Campos</a:t>
            </a:r>
          </a:p>
          <a:p>
            <a:pPr lvl="1"/>
            <a:r>
              <a:rPr lang="pt-BR" dirty="0"/>
              <a:t>data                   </a:t>
            </a:r>
          </a:p>
          <a:p>
            <a:pPr lvl="1"/>
            <a:r>
              <a:rPr lang="pt-BR" strike="sngStrike" dirty="0"/>
              <a:t>deficit_vapor_vmin </a:t>
            </a:r>
            <a:r>
              <a:rPr lang="pt-BR" dirty="0"/>
              <a:t>    </a:t>
            </a:r>
          </a:p>
          <a:p>
            <a:pPr lvl="1"/>
            <a:r>
              <a:rPr lang="pt-BR" dirty="0"/>
              <a:t>deficit_vapor_vmedio   </a:t>
            </a:r>
          </a:p>
          <a:p>
            <a:pPr lvl="1"/>
            <a:r>
              <a:rPr lang="pt-BR" strike="sngStrike" dirty="0"/>
              <a:t>ponto_orvalho_vmin </a:t>
            </a:r>
            <a:r>
              <a:rPr lang="pt-BR" dirty="0"/>
              <a:t>    </a:t>
            </a:r>
          </a:p>
          <a:p>
            <a:pPr lvl="1"/>
            <a:r>
              <a:rPr lang="pt-BR" dirty="0"/>
              <a:t>ponto_orvalho_vmedio   </a:t>
            </a:r>
          </a:p>
          <a:p>
            <a:pPr lvl="1"/>
            <a:r>
              <a:rPr lang="pt-BR" dirty="0"/>
              <a:t>precipitacao_valor     </a:t>
            </a:r>
          </a:p>
          <a:p>
            <a:pPr lvl="1"/>
            <a:r>
              <a:rPr lang="pt-BR" dirty="0"/>
              <a:t>radiacao_solar_valor   </a:t>
            </a:r>
          </a:p>
          <a:p>
            <a:pPr lvl="1"/>
            <a:r>
              <a:rPr lang="pt-BR" strike="sngStrike" dirty="0"/>
              <a:t>temperatura_ar_vmin </a:t>
            </a:r>
            <a:r>
              <a:rPr lang="pt-BR" dirty="0"/>
              <a:t>   </a:t>
            </a:r>
          </a:p>
          <a:p>
            <a:pPr lvl="1"/>
            <a:r>
              <a:rPr lang="pt-BR" dirty="0"/>
              <a:t>temperatura_ar_vmedio  </a:t>
            </a:r>
          </a:p>
          <a:p>
            <a:pPr lvl="1"/>
            <a:r>
              <a:rPr lang="pt-BR" strike="sngStrike" dirty="0"/>
              <a:t>temperatura_ar_vmax </a:t>
            </a:r>
            <a:r>
              <a:rPr lang="pt-BR" dirty="0"/>
              <a:t>   </a:t>
            </a:r>
          </a:p>
          <a:p>
            <a:pPr lvl="1"/>
            <a:r>
              <a:rPr lang="pt-BR" strike="sngStrike" dirty="0"/>
              <a:t>umidade_ar_vmin  </a:t>
            </a:r>
            <a:r>
              <a:rPr lang="pt-BR" dirty="0"/>
              <a:t>      </a:t>
            </a:r>
          </a:p>
          <a:p>
            <a:pPr lvl="1"/>
            <a:r>
              <a:rPr lang="pt-BR" dirty="0"/>
              <a:t>umidade_ar_vmedio      </a:t>
            </a:r>
          </a:p>
          <a:p>
            <a:pPr lvl="1"/>
            <a:r>
              <a:rPr lang="pt-BR" strike="sngStrike" dirty="0"/>
              <a:t>umidade_ar_vmax  </a:t>
            </a:r>
            <a:r>
              <a:rPr lang="pt-BR" dirty="0"/>
              <a:t>      </a:t>
            </a:r>
          </a:p>
          <a:p>
            <a:pPr lvl="1"/>
            <a:r>
              <a:rPr lang="pt-BR" dirty="0"/>
              <a:t>velocidade_vento_vmedio</a:t>
            </a:r>
          </a:p>
          <a:p>
            <a:pPr lvl="1"/>
            <a:r>
              <a:rPr lang="pt-BR" strike="sngStrike" dirty="0"/>
              <a:t>velocidade_vento_vmax </a:t>
            </a:r>
          </a:p>
        </p:txBody>
      </p:sp>
      <p:sp>
        <p:nvSpPr>
          <p:cNvPr id="8" name="Espaço Reservado para Conteúdo 6"/>
          <p:cNvSpPr txBox="1">
            <a:spLocks/>
          </p:cNvSpPr>
          <p:nvPr/>
        </p:nvSpPr>
        <p:spPr>
          <a:xfrm>
            <a:off x="5508104" y="1772817"/>
            <a:ext cx="3563888" cy="4608511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Registros: 44.352 (308 dias)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Campos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                  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energia  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deficit_vapor_vmedio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ponto_orvalho_vmedio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precipitacao_valor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radiacao_solar_valor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temperatura_ar_vmedio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umidade_ar_vmedio </a:t>
            </a:r>
          </a:p>
          <a:p>
            <a:pPr marL="722376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velocidade_vento_vmedio</a:t>
            </a:r>
          </a:p>
        </p:txBody>
      </p:sp>
      <p:sp>
        <p:nvSpPr>
          <p:cNvPr id="9" name="Espaço Reservado para Texto 5"/>
          <p:cNvSpPr txBox="1">
            <a:spLocks/>
          </p:cNvSpPr>
          <p:nvPr/>
        </p:nvSpPr>
        <p:spPr>
          <a:xfrm>
            <a:off x="5508104" y="1309936"/>
            <a:ext cx="3635896" cy="46288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pt-BR" sz="2100" b="1" i="1" u="sng" dirty="0">
                <a:solidFill>
                  <a:schemeClr val="accent1"/>
                </a:solidFill>
              </a:rPr>
              <a:t>FotoMet_P1_DataSets_10T</a:t>
            </a:r>
            <a:endParaRPr kumimoji="0" lang="pt-BR" sz="2100" b="1" i="1" u="sng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DownSample e UpSample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600200"/>
            <a:ext cx="8496944" cy="5069160"/>
          </a:xfrm>
        </p:spPr>
        <p:txBody>
          <a:bodyPr/>
          <a:lstStyle/>
          <a:p>
            <a:pPr algn="just"/>
            <a:r>
              <a:rPr lang="pt-BR" sz="2400" dirty="0"/>
              <a:t>Foi realizado as alterações para padronizar os dois datasets com a medição de 10 em 10 minutos cravados usando a somatória no dataset fotovoltaico e a média no dataset meteorológico, e após isso foi feito merge unindo os dois datasets(FotoMet_P1_DataSets_10T)</a:t>
            </a:r>
          </a:p>
          <a:p>
            <a:pPr algn="just"/>
            <a:r>
              <a:rPr lang="pt-BR" sz="2400" dirty="0"/>
              <a:t>)</a:t>
            </a:r>
          </a:p>
          <a:p>
            <a:pPr marL="36576" indent="0">
              <a:buNone/>
            </a:pPr>
            <a:r>
              <a:rPr lang="pt-BR" dirty="0"/>
              <a:t>                                           </a:t>
            </a:r>
          </a:p>
          <a:p>
            <a:endParaRPr lang="pt-B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7EE7F9-30B0-4FFD-A4E8-2199645EA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484315"/>
            <a:ext cx="8496944" cy="319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65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443272"/>
          </a:xfrm>
        </p:spPr>
        <p:txBody>
          <a:bodyPr/>
          <a:lstStyle/>
          <a:p>
            <a:r>
              <a:rPr lang="pt-BR" dirty="0"/>
              <a:t>Radiação por potência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Gráficos</a:t>
            </a:r>
          </a:p>
        </p:txBody>
      </p:sp>
      <p:pic>
        <p:nvPicPr>
          <p:cNvPr id="9" name="Espaço Reservado para Conteúdo 8" descr="radiacaoxpotencia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628800"/>
            <a:ext cx="7643192" cy="410445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371264"/>
          </a:xfrm>
        </p:spPr>
        <p:txBody>
          <a:bodyPr/>
          <a:lstStyle/>
          <a:p>
            <a:r>
              <a:rPr lang="pt-BR" dirty="0"/>
              <a:t>Umidade por potência</a:t>
            </a:r>
          </a:p>
        </p:txBody>
      </p:sp>
      <p:pic>
        <p:nvPicPr>
          <p:cNvPr id="5" name="Espaço Reservado para Conteúdo 4" descr="umidadexpotencia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628800"/>
            <a:ext cx="7632847" cy="4104456"/>
          </a:xfrm>
        </p:spPr>
      </p:pic>
      <p:sp>
        <p:nvSpPr>
          <p:cNvPr id="4" name="Espaço Reservado para Texto 10">
            <a:extLst>
              <a:ext uri="{FF2B5EF4-FFF2-40B4-BE49-F238E27FC236}">
                <a16:creationId xmlns:a16="http://schemas.microsoft.com/office/drawing/2014/main" id="{0641B0D4-16E1-4A72-AC45-E165E8BB2B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>
            <a:normAutofit/>
          </a:bodyPr>
          <a:lstStyle/>
          <a:p>
            <a:r>
              <a:rPr lang="pt-BR" sz="4000" dirty="0"/>
              <a:t>Gráficos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79296" cy="63408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Correlação dos dados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C87817-5114-4B43-A2DE-0E3C9D621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980728"/>
            <a:ext cx="8640960" cy="582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9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Regressão Linear com Radiação Solar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D7E36D-C8E2-42F3-83C7-A2BBE9600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80728"/>
            <a:ext cx="8363272" cy="560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83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Regressão Linear sem Radiação Solar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514CB9-2D5C-45F6-B0DE-841C85674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11778"/>
            <a:ext cx="8363272" cy="557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20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Randon Forest com Radiação Solar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2E8A51-17FD-49AF-90EB-36D68CBA6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DA1C3-E708-4B91-A646-BA7D77FC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3394"/>
            <a:ext cx="8363272" cy="557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64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Randon Forest sem Radiação Solar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A7628D-05A8-4EF7-AA25-20B7A74A3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80728"/>
            <a:ext cx="8363272" cy="560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1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XGB com Radiação Solar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5D6078-95F3-4F8A-AB5D-2BDFD9462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82F803-ED14-4AA1-920E-7E5C096FF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6710"/>
            <a:ext cx="8291264" cy="4916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0D95B6-B07D-4F1A-B737-B4D7ECA1F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08720"/>
            <a:ext cx="8291264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4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XGB sem Radiação Solar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FB9431-C28E-49D8-BDB3-EE745A6F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FE81D2-BD1C-4EE8-B058-8D5CE11AA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6711"/>
            <a:ext cx="8299938" cy="4916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C79342-0626-4B4F-93AF-81CC96182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08720"/>
            <a:ext cx="8299938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01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LSTM sem radiação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06DC4-0E62-4D6F-A541-965A38B32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00B4B-03E7-4261-B34D-1297485D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" y="3597138"/>
            <a:ext cx="8507288" cy="2986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9117DF-AF8E-425B-B345-89CEAD6BB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" y="980728"/>
            <a:ext cx="8507288" cy="261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9423"/>
      </p:ext>
    </p:extLst>
  </p:cSld>
  <p:clrMapOvr>
    <a:masterClrMapping/>
  </p:clrMapOvr>
</p:sld>
</file>

<file path=ppt/theme/theme1.xml><?xml version="1.0" encoding="utf-8"?>
<a:theme xmlns:a="http://schemas.openxmlformats.org/drawingml/2006/main" name="Técnica">
  <a:themeElements>
    <a:clrScheme name="Técnica">
      <a:dk1>
        <a:sysClr val="windowText" lastClr="989EA3"/>
      </a:dk1>
      <a:lt1>
        <a:sysClr val="window" lastClr="2F3135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547</TotalTime>
  <Words>457</Words>
  <Application>Microsoft Office PowerPoint</Application>
  <PresentationFormat>On-screen Show (4:3)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Franklin Gothic Book</vt:lpstr>
      <vt:lpstr>Wingdings 2</vt:lpstr>
      <vt:lpstr>Técnica</vt:lpstr>
      <vt:lpstr>Previsão de geração de Potência</vt:lpstr>
      <vt:lpstr>Problema</vt:lpstr>
      <vt:lpstr>Oportunidade</vt:lpstr>
      <vt:lpstr>Yingli</vt:lpstr>
      <vt:lpstr>Pesquisas e relações</vt:lpstr>
      <vt:lpstr>DataSets – (julho 2018 a junho 2019)</vt:lpstr>
      <vt:lpstr>DownSample e UpSample </vt:lpstr>
      <vt:lpstr>Radiação por potência</vt:lpstr>
      <vt:lpstr>Umidade por potência</vt:lpstr>
      <vt:lpstr>Correlação dos dados</vt:lpstr>
      <vt:lpstr>Regressão Linear com Radiação Solar</vt:lpstr>
      <vt:lpstr>Regressão Linear sem Radiação Solar</vt:lpstr>
      <vt:lpstr>Randon Forest com Radiação Solar</vt:lpstr>
      <vt:lpstr>Randon Forest sem Radiação Solar</vt:lpstr>
      <vt:lpstr>XGB com Radiação Solar</vt:lpstr>
      <vt:lpstr>XGB sem Radiação Solar</vt:lpstr>
      <vt:lpstr>LSTM sem radiação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geração de Potência</dc:title>
  <dc:creator>Léo</dc:creator>
  <cp:lastModifiedBy>José Diniz</cp:lastModifiedBy>
  <cp:revision>68</cp:revision>
  <dcterms:created xsi:type="dcterms:W3CDTF">2019-01-08T20:28:04Z</dcterms:created>
  <dcterms:modified xsi:type="dcterms:W3CDTF">2019-10-21T22:52:27Z</dcterms:modified>
</cp:coreProperties>
</file>