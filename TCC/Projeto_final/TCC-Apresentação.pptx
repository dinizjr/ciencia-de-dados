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67" r:id="rId5"/>
    <p:sldId id="259" r:id="rId6"/>
    <p:sldId id="265" r:id="rId7"/>
    <p:sldId id="262" r:id="rId8"/>
    <p:sldId id="266" r:id="rId9"/>
    <p:sldId id="263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94660"/>
  </p:normalViewPr>
  <p:slideViewPr>
    <p:cSldViewPr>
      <p:cViewPr varScale="1">
        <p:scale>
          <a:sx n="82" d="100"/>
          <a:sy n="82" d="100"/>
        </p:scale>
        <p:origin x="108" y="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Diniz" userId="663df9ca63940922" providerId="LiveId" clId="{E456293B-3EE4-4F68-9C5F-EEF16A47AE9C}"/>
    <pc:docChg chg="undo custSel addSld modSld">
      <pc:chgData name="José Diniz" userId="663df9ca63940922" providerId="LiveId" clId="{E456293B-3EE4-4F68-9C5F-EEF16A47AE9C}" dt="2019-10-17T00:11:42.149" v="972" actId="20577"/>
      <pc:docMkLst>
        <pc:docMk/>
      </pc:docMkLst>
      <pc:sldChg chg="addSp delSp modSp add">
        <pc:chgData name="José Diniz" userId="663df9ca63940922" providerId="LiveId" clId="{E456293B-3EE4-4F68-9C5F-EEF16A47AE9C}" dt="2019-10-16T22:23:02.372" v="721" actId="122"/>
        <pc:sldMkLst>
          <pc:docMk/>
          <pc:sldMk cId="268935544" sldId="268"/>
        </pc:sldMkLst>
        <pc:spChg chg="mod">
          <ac:chgData name="José Diniz" userId="663df9ca63940922" providerId="LiveId" clId="{E456293B-3EE4-4F68-9C5F-EEF16A47AE9C}" dt="2019-10-16T22:23:02.372" v="721" actId="122"/>
          <ac:spMkLst>
            <pc:docMk/>
            <pc:sldMk cId="268935544" sldId="268"/>
            <ac:spMk id="2" creationId="{00000000-0000-0000-0000-000000000000}"/>
          </ac:spMkLst>
        </pc:spChg>
        <pc:spChg chg="mod">
          <ac:chgData name="José Diniz" userId="663df9ca63940922" providerId="LiveId" clId="{E456293B-3EE4-4F68-9C5F-EEF16A47AE9C}" dt="2019-10-14T20:23:20.785" v="687" actId="255"/>
          <ac:spMkLst>
            <pc:docMk/>
            <pc:sldMk cId="268935544" sldId="268"/>
            <ac:spMk id="3" creationId="{00000000-0000-0000-0000-000000000000}"/>
          </ac:spMkLst>
        </pc:spChg>
        <pc:picChg chg="add del mod">
          <ac:chgData name="José Diniz" userId="663df9ca63940922" providerId="LiveId" clId="{E456293B-3EE4-4F68-9C5F-EEF16A47AE9C}" dt="2019-10-14T19:59:20.221" v="24" actId="478"/>
          <ac:picMkLst>
            <pc:docMk/>
            <pc:sldMk cId="268935544" sldId="268"/>
            <ac:picMk id="4" creationId="{10B7F337-6ED5-4E09-BD44-383EE0E8E0C7}"/>
          </ac:picMkLst>
        </pc:picChg>
        <pc:picChg chg="add del mod">
          <ac:chgData name="José Diniz" userId="663df9ca63940922" providerId="LiveId" clId="{E456293B-3EE4-4F68-9C5F-EEF16A47AE9C}" dt="2019-10-14T20:10:06.488" v="568" actId="478"/>
          <ac:picMkLst>
            <pc:docMk/>
            <pc:sldMk cId="268935544" sldId="268"/>
            <ac:picMk id="5" creationId="{BEF07549-A4DF-4671-8BFF-8AB30FC0D116}"/>
          </ac:picMkLst>
        </pc:picChg>
        <pc:picChg chg="add del mod">
          <ac:chgData name="José Diniz" userId="663df9ca63940922" providerId="LiveId" clId="{E456293B-3EE4-4F68-9C5F-EEF16A47AE9C}" dt="2019-10-14T20:10:10.385" v="580" actId="478"/>
          <ac:picMkLst>
            <pc:docMk/>
            <pc:sldMk cId="268935544" sldId="268"/>
            <ac:picMk id="6" creationId="{4AA483D4-D035-4D09-848A-B965FEFE8806}"/>
          </ac:picMkLst>
        </pc:picChg>
        <pc:picChg chg="add del mod">
          <ac:chgData name="José Diniz" userId="663df9ca63940922" providerId="LiveId" clId="{E456293B-3EE4-4F68-9C5F-EEF16A47AE9C}" dt="2019-10-14T20:25:38.609" v="690" actId="478"/>
          <ac:picMkLst>
            <pc:docMk/>
            <pc:sldMk cId="268935544" sldId="268"/>
            <ac:picMk id="7" creationId="{94CEF990-D310-474E-8E95-D9B1788E7B8B}"/>
          </ac:picMkLst>
        </pc:picChg>
        <pc:picChg chg="add mod">
          <ac:chgData name="José Diniz" userId="663df9ca63940922" providerId="LiveId" clId="{E456293B-3EE4-4F68-9C5F-EEF16A47AE9C}" dt="2019-10-14T20:25:55.660" v="697" actId="1076"/>
          <ac:picMkLst>
            <pc:docMk/>
            <pc:sldMk cId="268935544" sldId="268"/>
            <ac:picMk id="8" creationId="{997EE7F9-30B0-4FFD-A4E8-2199645EAEE0}"/>
          </ac:picMkLst>
        </pc:picChg>
      </pc:sldChg>
      <pc:sldChg chg="addSp delSp modSp add">
        <pc:chgData name="José Diniz" userId="663df9ca63940922" providerId="LiveId" clId="{E456293B-3EE4-4F68-9C5F-EEF16A47AE9C}" dt="2019-10-16T22:28:11.992" v="755" actId="14100"/>
        <pc:sldMkLst>
          <pc:docMk/>
          <pc:sldMk cId="4229296737" sldId="269"/>
        </pc:sldMkLst>
        <pc:spChg chg="mod">
          <ac:chgData name="José Diniz" userId="663df9ca63940922" providerId="LiveId" clId="{E456293B-3EE4-4F68-9C5F-EEF16A47AE9C}" dt="2019-10-16T22:28:07.018" v="754" actId="14100"/>
          <ac:spMkLst>
            <pc:docMk/>
            <pc:sldMk cId="4229296737" sldId="269"/>
            <ac:spMk id="2" creationId="{00000000-0000-0000-0000-000000000000}"/>
          </ac:spMkLst>
        </pc:spChg>
        <pc:spChg chg="del mod">
          <ac:chgData name="José Diniz" userId="663df9ca63940922" providerId="LiveId" clId="{E456293B-3EE4-4F68-9C5F-EEF16A47AE9C}" dt="2019-10-16T22:25:44.406" v="724"/>
          <ac:spMkLst>
            <pc:docMk/>
            <pc:sldMk cId="4229296737" sldId="269"/>
            <ac:spMk id="3" creationId="{00000000-0000-0000-0000-000000000000}"/>
          </ac:spMkLst>
        </pc:spChg>
        <pc:picChg chg="add mod">
          <ac:chgData name="José Diniz" userId="663df9ca63940922" providerId="LiveId" clId="{E456293B-3EE4-4F68-9C5F-EEF16A47AE9C}" dt="2019-10-16T22:28:11.992" v="755" actId="14100"/>
          <ac:picMkLst>
            <pc:docMk/>
            <pc:sldMk cId="4229296737" sldId="269"/>
            <ac:picMk id="4" creationId="{6AC87817-5114-4B43-A2DE-0E3C9D621ABF}"/>
          </ac:picMkLst>
        </pc:picChg>
      </pc:sldChg>
      <pc:sldChg chg="addSp delSp modSp add">
        <pc:chgData name="José Diniz" userId="663df9ca63940922" providerId="LiveId" clId="{E456293B-3EE4-4F68-9C5F-EEF16A47AE9C}" dt="2019-10-17T00:03:48.813" v="911" actId="14100"/>
        <pc:sldMkLst>
          <pc:docMk/>
          <pc:sldMk cId="2694983849" sldId="270"/>
        </pc:sldMkLst>
        <pc:spChg chg="mod">
          <ac:chgData name="José Diniz" userId="663df9ca63940922" providerId="LiveId" clId="{E456293B-3EE4-4F68-9C5F-EEF16A47AE9C}" dt="2019-10-17T00:01:12.920" v="862" actId="122"/>
          <ac:spMkLst>
            <pc:docMk/>
            <pc:sldMk cId="2694983849" sldId="270"/>
            <ac:spMk id="2" creationId="{00000000-0000-0000-0000-000000000000}"/>
          </ac:spMkLst>
        </pc:spChg>
        <pc:spChg chg="del mod">
          <ac:chgData name="José Diniz" userId="663df9ca63940922" providerId="LiveId" clId="{E456293B-3EE4-4F68-9C5F-EEF16A47AE9C}" dt="2019-10-16T23:55:38.796" v="757"/>
          <ac:spMkLst>
            <pc:docMk/>
            <pc:sldMk cId="2694983849" sldId="270"/>
            <ac:spMk id="3" creationId="{00000000-0000-0000-0000-000000000000}"/>
          </ac:spMkLst>
        </pc:spChg>
        <pc:picChg chg="add mod">
          <ac:chgData name="José Diniz" userId="663df9ca63940922" providerId="LiveId" clId="{E456293B-3EE4-4F68-9C5F-EEF16A47AE9C}" dt="2019-10-17T00:03:48.813" v="911" actId="14100"/>
          <ac:picMkLst>
            <pc:docMk/>
            <pc:sldMk cId="2694983849" sldId="270"/>
            <ac:picMk id="4" creationId="{30D7E36D-C8E2-42F3-83C7-A2BBE9600657}"/>
          </ac:picMkLst>
        </pc:picChg>
      </pc:sldChg>
      <pc:sldChg chg="addSp delSp modSp add">
        <pc:chgData name="José Diniz" userId="663df9ca63940922" providerId="LiveId" clId="{E456293B-3EE4-4F68-9C5F-EEF16A47AE9C}" dt="2019-10-17T00:01:16.254" v="863" actId="122"/>
        <pc:sldMkLst>
          <pc:docMk/>
          <pc:sldMk cId="3686220820" sldId="271"/>
        </pc:sldMkLst>
        <pc:spChg chg="mod">
          <ac:chgData name="José Diniz" userId="663df9ca63940922" providerId="LiveId" clId="{E456293B-3EE4-4F68-9C5F-EEF16A47AE9C}" dt="2019-10-17T00:01:16.254" v="863" actId="122"/>
          <ac:spMkLst>
            <pc:docMk/>
            <pc:sldMk cId="3686220820" sldId="271"/>
            <ac:spMk id="2" creationId="{00000000-0000-0000-0000-000000000000}"/>
          </ac:spMkLst>
        </pc:spChg>
        <pc:spChg chg="add del mod">
          <ac:chgData name="José Diniz" userId="663df9ca63940922" providerId="LiveId" clId="{E456293B-3EE4-4F68-9C5F-EEF16A47AE9C}" dt="2019-10-16T23:57:34.613" v="809" actId="478"/>
          <ac:spMkLst>
            <pc:docMk/>
            <pc:sldMk cId="3686220820" sldId="271"/>
            <ac:spMk id="6" creationId="{D26C64CC-A67E-4839-AF61-4591D4220D71}"/>
          </ac:spMkLst>
        </pc:spChg>
        <pc:picChg chg="add mod">
          <ac:chgData name="José Diniz" userId="663df9ca63940922" providerId="LiveId" clId="{E456293B-3EE4-4F68-9C5F-EEF16A47AE9C}" dt="2019-10-16T23:58:05.244" v="816" actId="14100"/>
          <ac:picMkLst>
            <pc:docMk/>
            <pc:sldMk cId="3686220820" sldId="271"/>
            <ac:picMk id="3" creationId="{8E514CB9-2D5C-45F6-B0DE-841C85674058}"/>
          </ac:picMkLst>
        </pc:picChg>
        <pc:picChg chg="del">
          <ac:chgData name="José Diniz" userId="663df9ca63940922" providerId="LiveId" clId="{E456293B-3EE4-4F68-9C5F-EEF16A47AE9C}" dt="2019-10-16T23:57:18.064" v="806" actId="478"/>
          <ac:picMkLst>
            <pc:docMk/>
            <pc:sldMk cId="3686220820" sldId="271"/>
            <ac:picMk id="4" creationId="{30D7E36D-C8E2-42F3-83C7-A2BBE9600657}"/>
          </ac:picMkLst>
        </pc:picChg>
      </pc:sldChg>
      <pc:sldChg chg="addSp delSp modSp add">
        <pc:chgData name="José Diniz" userId="663df9ca63940922" providerId="LiveId" clId="{E456293B-3EE4-4F68-9C5F-EEF16A47AE9C}" dt="2019-10-17T00:01:18.700" v="864" actId="122"/>
        <pc:sldMkLst>
          <pc:docMk/>
          <pc:sldMk cId="2692464045" sldId="272"/>
        </pc:sldMkLst>
        <pc:spChg chg="mod">
          <ac:chgData name="José Diniz" userId="663df9ca63940922" providerId="LiveId" clId="{E456293B-3EE4-4F68-9C5F-EEF16A47AE9C}" dt="2019-10-17T00:01:18.700" v="864" actId="122"/>
          <ac:spMkLst>
            <pc:docMk/>
            <pc:sldMk cId="2692464045" sldId="272"/>
            <ac:spMk id="2" creationId="{00000000-0000-0000-0000-000000000000}"/>
          </ac:spMkLst>
        </pc:spChg>
        <pc:spChg chg="add mod">
          <ac:chgData name="José Diniz" userId="663df9ca63940922" providerId="LiveId" clId="{E456293B-3EE4-4F68-9C5F-EEF16A47AE9C}" dt="2019-10-16T23:59:36.635" v="829" actId="478"/>
          <ac:spMkLst>
            <pc:docMk/>
            <pc:sldMk cId="2692464045" sldId="272"/>
            <ac:spMk id="5" creationId="{6B2E8A51-17FD-49AF-90EB-36D68CBA6486}"/>
          </ac:spMkLst>
        </pc:spChg>
        <pc:picChg chg="del">
          <ac:chgData name="José Diniz" userId="663df9ca63940922" providerId="LiveId" clId="{E456293B-3EE4-4F68-9C5F-EEF16A47AE9C}" dt="2019-10-16T23:59:36.635" v="829" actId="478"/>
          <ac:picMkLst>
            <pc:docMk/>
            <pc:sldMk cId="2692464045" sldId="272"/>
            <ac:picMk id="4" creationId="{30D7E36D-C8E2-42F3-83C7-A2BBE9600657}"/>
          </ac:picMkLst>
        </pc:picChg>
        <pc:picChg chg="add mod">
          <ac:chgData name="José Diniz" userId="663df9ca63940922" providerId="LiveId" clId="{E456293B-3EE4-4F68-9C5F-EEF16A47AE9C}" dt="2019-10-16T23:59:47.250" v="833" actId="14100"/>
          <ac:picMkLst>
            <pc:docMk/>
            <pc:sldMk cId="2692464045" sldId="272"/>
            <ac:picMk id="6" creationId="{313DA1C3-E708-4B91-A646-BA7D77FC7364}"/>
          </ac:picMkLst>
        </pc:picChg>
      </pc:sldChg>
      <pc:sldChg chg="addSp delSp modSp add">
        <pc:chgData name="José Diniz" userId="663df9ca63940922" providerId="LiveId" clId="{E456293B-3EE4-4F68-9C5F-EEF16A47AE9C}" dt="2019-10-17T00:03:42.047" v="910" actId="14100"/>
        <pc:sldMkLst>
          <pc:docMk/>
          <pc:sldMk cId="1621919844" sldId="273"/>
        </pc:sldMkLst>
        <pc:spChg chg="mod">
          <ac:chgData name="José Diniz" userId="663df9ca63940922" providerId="LiveId" clId="{E456293B-3EE4-4F68-9C5F-EEF16A47AE9C}" dt="2019-10-17T00:01:10.235" v="861" actId="122"/>
          <ac:spMkLst>
            <pc:docMk/>
            <pc:sldMk cId="1621919844" sldId="273"/>
            <ac:spMk id="2" creationId="{00000000-0000-0000-0000-000000000000}"/>
          </ac:spMkLst>
        </pc:spChg>
        <pc:spChg chg="add del mod">
          <ac:chgData name="José Diniz" userId="663df9ca63940922" providerId="LiveId" clId="{E456293B-3EE4-4F68-9C5F-EEF16A47AE9C}" dt="2019-10-17T00:00:42.561" v="853"/>
          <ac:spMkLst>
            <pc:docMk/>
            <pc:sldMk cId="1621919844" sldId="273"/>
            <ac:spMk id="5" creationId="{D081FB8F-DC54-4CF8-8917-2AE14E8474EF}"/>
          </ac:spMkLst>
        </pc:spChg>
        <pc:picChg chg="del">
          <ac:chgData name="José Diniz" userId="663df9ca63940922" providerId="LiveId" clId="{E456293B-3EE4-4F68-9C5F-EEF16A47AE9C}" dt="2019-10-17T00:00:16.090" v="852" actId="478"/>
          <ac:picMkLst>
            <pc:docMk/>
            <pc:sldMk cId="1621919844" sldId="273"/>
            <ac:picMk id="4" creationId="{30D7E36D-C8E2-42F3-83C7-A2BBE9600657}"/>
          </ac:picMkLst>
        </pc:picChg>
        <pc:picChg chg="add mod">
          <ac:chgData name="José Diniz" userId="663df9ca63940922" providerId="LiveId" clId="{E456293B-3EE4-4F68-9C5F-EEF16A47AE9C}" dt="2019-10-17T00:03:42.047" v="910" actId="14100"/>
          <ac:picMkLst>
            <pc:docMk/>
            <pc:sldMk cId="1621919844" sldId="273"/>
            <ac:picMk id="6" creationId="{66A7628D-05A8-4EF7-AA25-20B7A74A3D73}"/>
          </ac:picMkLst>
        </pc:picChg>
      </pc:sldChg>
      <pc:sldChg chg="addSp delSp modSp add">
        <pc:chgData name="José Diniz" userId="663df9ca63940922" providerId="LiveId" clId="{E456293B-3EE4-4F68-9C5F-EEF16A47AE9C}" dt="2019-10-17T00:09:31.289" v="956" actId="14100"/>
        <pc:sldMkLst>
          <pc:docMk/>
          <pc:sldMk cId="50704281" sldId="274"/>
        </pc:sldMkLst>
        <pc:spChg chg="mod">
          <ac:chgData name="José Diniz" userId="663df9ca63940922" providerId="LiveId" clId="{E456293B-3EE4-4F68-9C5F-EEF16A47AE9C}" dt="2019-10-17T00:02:41.417" v="896" actId="122"/>
          <ac:spMkLst>
            <pc:docMk/>
            <pc:sldMk cId="50704281" sldId="274"/>
            <ac:spMk id="2" creationId="{00000000-0000-0000-0000-000000000000}"/>
          </ac:spMkLst>
        </pc:spChg>
        <pc:spChg chg="add mod">
          <ac:chgData name="José Diniz" userId="663df9ca63940922" providerId="LiveId" clId="{E456293B-3EE4-4F68-9C5F-EEF16A47AE9C}" dt="2019-10-17T00:02:12.359" v="865" actId="478"/>
          <ac:spMkLst>
            <pc:docMk/>
            <pc:sldMk cId="50704281" sldId="274"/>
            <ac:spMk id="5" creationId="{7E5D6078-95F3-4F8A-AB5D-2BDFD946264B}"/>
          </ac:spMkLst>
        </pc:spChg>
        <pc:picChg chg="del">
          <ac:chgData name="José Diniz" userId="663df9ca63940922" providerId="LiveId" clId="{E456293B-3EE4-4F68-9C5F-EEF16A47AE9C}" dt="2019-10-17T00:02:12.359" v="865" actId="478"/>
          <ac:picMkLst>
            <pc:docMk/>
            <pc:sldMk cId="50704281" sldId="274"/>
            <ac:picMk id="4" creationId="{30D7E36D-C8E2-42F3-83C7-A2BBE9600657}"/>
          </ac:picMkLst>
        </pc:picChg>
        <pc:picChg chg="add del mod">
          <ac:chgData name="José Diniz" userId="663df9ca63940922" providerId="LiveId" clId="{E456293B-3EE4-4F68-9C5F-EEF16A47AE9C}" dt="2019-10-17T00:07:27.405" v="931" actId="478"/>
          <ac:picMkLst>
            <pc:docMk/>
            <pc:sldMk cId="50704281" sldId="274"/>
            <ac:picMk id="6" creationId="{D86F0BFF-658F-48E7-AE6B-38BC9B704D54}"/>
          </ac:picMkLst>
        </pc:picChg>
        <pc:picChg chg="add mod">
          <ac:chgData name="José Diniz" userId="663df9ca63940922" providerId="LiveId" clId="{E456293B-3EE4-4F68-9C5F-EEF16A47AE9C}" dt="2019-10-17T00:09:27.438" v="955" actId="14100"/>
          <ac:picMkLst>
            <pc:docMk/>
            <pc:sldMk cId="50704281" sldId="274"/>
            <ac:picMk id="7" creationId="{B682F803-ED14-4AA1-920E-7E5C096FFA24}"/>
          </ac:picMkLst>
        </pc:picChg>
        <pc:picChg chg="add mod">
          <ac:chgData name="José Diniz" userId="663df9ca63940922" providerId="LiveId" clId="{E456293B-3EE4-4F68-9C5F-EEF16A47AE9C}" dt="2019-10-17T00:09:31.289" v="956" actId="14100"/>
          <ac:picMkLst>
            <pc:docMk/>
            <pc:sldMk cId="50704281" sldId="274"/>
            <ac:picMk id="8" creationId="{570D95B6-B07D-4F1A-B737-B4D7ECA1F3CE}"/>
          </ac:picMkLst>
        </pc:picChg>
      </pc:sldChg>
      <pc:sldChg chg="addSp delSp modSp add">
        <pc:chgData name="José Diniz" userId="663df9ca63940922" providerId="LiveId" clId="{E456293B-3EE4-4F68-9C5F-EEF16A47AE9C}" dt="2019-10-17T00:09:59.231" v="959" actId="14100"/>
        <pc:sldMkLst>
          <pc:docMk/>
          <pc:sldMk cId="2626401462" sldId="275"/>
        </pc:sldMkLst>
        <pc:spChg chg="mod">
          <ac:chgData name="José Diniz" userId="663df9ca63940922" providerId="LiveId" clId="{E456293B-3EE4-4F68-9C5F-EEF16A47AE9C}" dt="2019-10-17T00:02:56.965" v="901" actId="20577"/>
          <ac:spMkLst>
            <pc:docMk/>
            <pc:sldMk cId="2626401462" sldId="275"/>
            <ac:spMk id="2" creationId="{00000000-0000-0000-0000-000000000000}"/>
          </ac:spMkLst>
        </pc:spChg>
        <pc:spChg chg="add del mod">
          <ac:chgData name="José Diniz" userId="663df9ca63940922" providerId="LiveId" clId="{E456293B-3EE4-4F68-9C5F-EEF16A47AE9C}" dt="2019-10-17T00:03:15.286" v="903"/>
          <ac:spMkLst>
            <pc:docMk/>
            <pc:sldMk cId="2626401462" sldId="275"/>
            <ac:spMk id="5" creationId="{B318D0B7-FD41-4E61-8E22-605C6C2D4C07}"/>
          </ac:spMkLst>
        </pc:spChg>
        <pc:spChg chg="add mod">
          <ac:chgData name="José Diniz" userId="663df9ca63940922" providerId="LiveId" clId="{E456293B-3EE4-4F68-9C5F-EEF16A47AE9C}" dt="2019-10-17T00:08:01.323" v="936" actId="478"/>
          <ac:spMkLst>
            <pc:docMk/>
            <pc:sldMk cId="2626401462" sldId="275"/>
            <ac:spMk id="8" creationId="{E1FB9431-C28E-49D8-BDB3-EE745A6F838C}"/>
          </ac:spMkLst>
        </pc:spChg>
        <pc:picChg chg="del">
          <ac:chgData name="José Diniz" userId="663df9ca63940922" providerId="LiveId" clId="{E456293B-3EE4-4F68-9C5F-EEF16A47AE9C}" dt="2019-10-17T00:02:58.955" v="902" actId="478"/>
          <ac:picMkLst>
            <pc:docMk/>
            <pc:sldMk cId="2626401462" sldId="275"/>
            <ac:picMk id="4" creationId="{30D7E36D-C8E2-42F3-83C7-A2BBE9600657}"/>
          </ac:picMkLst>
        </pc:picChg>
        <pc:picChg chg="add del mod">
          <ac:chgData name="José Diniz" userId="663df9ca63940922" providerId="LiveId" clId="{E456293B-3EE4-4F68-9C5F-EEF16A47AE9C}" dt="2019-10-17T00:08:01.323" v="936" actId="478"/>
          <ac:picMkLst>
            <pc:docMk/>
            <pc:sldMk cId="2626401462" sldId="275"/>
            <ac:picMk id="6" creationId="{D01F80B7-DC85-46AE-8859-916BEEDB7A5F}"/>
          </ac:picMkLst>
        </pc:picChg>
        <pc:picChg chg="add mod">
          <ac:chgData name="José Diniz" userId="663df9ca63940922" providerId="LiveId" clId="{E456293B-3EE4-4F68-9C5F-EEF16A47AE9C}" dt="2019-10-17T00:09:56.698" v="958" actId="14100"/>
          <ac:picMkLst>
            <pc:docMk/>
            <pc:sldMk cId="2626401462" sldId="275"/>
            <ac:picMk id="9" creationId="{21FE81D2-BD1C-4EE8-B058-8D5CE11AA403}"/>
          </ac:picMkLst>
        </pc:picChg>
        <pc:picChg chg="add mod">
          <ac:chgData name="José Diniz" userId="663df9ca63940922" providerId="LiveId" clId="{E456293B-3EE4-4F68-9C5F-EEF16A47AE9C}" dt="2019-10-17T00:09:59.231" v="959" actId="14100"/>
          <ac:picMkLst>
            <pc:docMk/>
            <pc:sldMk cId="2626401462" sldId="275"/>
            <ac:picMk id="10" creationId="{85C79342-0626-4B4F-93AF-81CC961825B4}"/>
          </ac:picMkLst>
        </pc:picChg>
      </pc:sldChg>
      <pc:sldChg chg="addSp delSp modSp add">
        <pc:chgData name="José Diniz" userId="663df9ca63940922" providerId="LiveId" clId="{E456293B-3EE4-4F68-9C5F-EEF16A47AE9C}" dt="2019-10-17T00:11:42.149" v="972" actId="20577"/>
        <pc:sldMkLst>
          <pc:docMk/>
          <pc:sldMk cId="151139423" sldId="276"/>
        </pc:sldMkLst>
        <pc:spChg chg="mod">
          <ac:chgData name="José Diniz" userId="663df9ca63940922" providerId="LiveId" clId="{E456293B-3EE4-4F68-9C5F-EEF16A47AE9C}" dt="2019-10-17T00:11:42.149" v="972" actId="20577"/>
          <ac:spMkLst>
            <pc:docMk/>
            <pc:sldMk cId="151139423" sldId="276"/>
            <ac:spMk id="2" creationId="{00000000-0000-0000-0000-000000000000}"/>
          </ac:spMkLst>
        </pc:spChg>
        <pc:spChg chg="add mod">
          <ac:chgData name="José Diniz" userId="663df9ca63940922" providerId="LiveId" clId="{E456293B-3EE4-4F68-9C5F-EEF16A47AE9C}" dt="2019-10-17T00:05:14.474" v="914" actId="478"/>
          <ac:spMkLst>
            <pc:docMk/>
            <pc:sldMk cId="151139423" sldId="276"/>
            <ac:spMk id="4" creationId="{5D706DC4-0E62-4D6F-A541-965A38B322B3}"/>
          </ac:spMkLst>
        </pc:spChg>
        <pc:picChg chg="add mod">
          <ac:chgData name="José Diniz" userId="663df9ca63940922" providerId="LiveId" clId="{E456293B-3EE4-4F68-9C5F-EEF16A47AE9C}" dt="2019-10-17T00:06:27.425" v="929" actId="14100"/>
          <ac:picMkLst>
            <pc:docMk/>
            <pc:sldMk cId="151139423" sldId="276"/>
            <ac:picMk id="5" creationId="{31B00B4B-03E7-4261-B34D-1297485D1393}"/>
          </ac:picMkLst>
        </pc:picChg>
        <pc:picChg chg="del">
          <ac:chgData name="José Diniz" userId="663df9ca63940922" providerId="LiveId" clId="{E456293B-3EE4-4F68-9C5F-EEF16A47AE9C}" dt="2019-10-17T00:05:14.474" v="914" actId="478"/>
          <ac:picMkLst>
            <pc:docMk/>
            <pc:sldMk cId="151139423" sldId="276"/>
            <ac:picMk id="6" creationId="{D01F80B7-DC85-46AE-8859-916BEEDB7A5F}"/>
          </ac:picMkLst>
        </pc:picChg>
        <pc:picChg chg="add mod">
          <ac:chgData name="José Diniz" userId="663df9ca63940922" providerId="LiveId" clId="{E456293B-3EE4-4F68-9C5F-EEF16A47AE9C}" dt="2019-10-17T00:06:29.334" v="930" actId="14100"/>
          <ac:picMkLst>
            <pc:docMk/>
            <pc:sldMk cId="151139423" sldId="276"/>
            <ac:picMk id="7" creationId="{AE9117DF-AF8E-425B-B345-89CEAD6BBD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AECCE36-3571-4968-83F3-3EDE54EE4C12}" type="datetimeFigureOut">
              <a:rPr lang="pt-BR" smtClean="0"/>
              <a:pPr/>
              <a:t>16/10/2019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pe.gov.br/pt/abcdenergia/matriz-energetica-e-eletrica" TargetMode="External"/><Relationship Id="rId2" Type="http://schemas.openxmlformats.org/officeDocument/2006/relationships/hyperlink" Target="https://www.portal-energia.com/matriz-energetica-brasileir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bluesol.com.br/energia-solar-no-brasil-panorama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99592" y="1700808"/>
            <a:ext cx="7380312" cy="2952328"/>
          </a:xfrm>
        </p:spPr>
        <p:txBody>
          <a:bodyPr/>
          <a:lstStyle/>
          <a:p>
            <a:pPr algn="ctr"/>
            <a:r>
              <a:rPr lang="pt-BR" i="1" dirty="0"/>
              <a:t>Previsão de geração de Potência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07704" y="4941168"/>
            <a:ext cx="6400800" cy="1057672"/>
          </a:xfrm>
        </p:spPr>
        <p:txBody>
          <a:bodyPr>
            <a:normAutofit/>
          </a:bodyPr>
          <a:lstStyle/>
          <a:p>
            <a:pPr algn="r"/>
            <a:r>
              <a:rPr lang="pt-BR" sz="2400" dirty="0"/>
              <a:t>José Diniz Junior RA:183134</a:t>
            </a:r>
          </a:p>
          <a:p>
            <a:pPr algn="r"/>
            <a:r>
              <a:rPr lang="pt-BR" sz="2400" dirty="0"/>
              <a:t>Roberto Leonardo Rodrigues RA:060235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3629000"/>
          </a:xfrm>
        </p:spPr>
        <p:txBody>
          <a:bodyPr/>
          <a:lstStyle/>
          <a:p>
            <a:pPr algn="just"/>
            <a:r>
              <a:rPr lang="pt-BR" dirty="0"/>
              <a:t>Geração de energia por fontes não renováveis;</a:t>
            </a:r>
          </a:p>
          <a:p>
            <a:pPr algn="just"/>
            <a:r>
              <a:rPr lang="pt-BR" dirty="0"/>
              <a:t>Qualidade do ar, meio ambiente;</a:t>
            </a:r>
          </a:p>
          <a:p>
            <a:pPr algn="just"/>
            <a:r>
              <a:rPr lang="pt-BR" dirty="0"/>
              <a:t>A geração de energia através de painéis solares representa uma pequena fatia na matriz energética do Brasil, cerca de 0,82 %;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827584" y="5517232"/>
            <a:ext cx="7416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Fontes:</a:t>
            </a:r>
          </a:p>
          <a:p>
            <a:r>
              <a:rPr lang="pt-BR" dirty="0">
                <a:hlinkClick r:id="rId2"/>
              </a:rPr>
              <a:t>https://www.portal-energia.com/matriz-energetica-brasileira/</a:t>
            </a:r>
            <a:endParaRPr lang="pt-BR" dirty="0"/>
          </a:p>
          <a:p>
            <a:r>
              <a:rPr lang="pt-BR" dirty="0">
                <a:hlinkClick r:id="rId3"/>
              </a:rPr>
              <a:t>http://www.epe.gov.br/pt/abcdenergia/matriz-energetica-e-eletrica</a:t>
            </a:r>
            <a:endParaRPr lang="pt-BR" dirty="0"/>
          </a:p>
          <a:p>
            <a:r>
              <a:rPr lang="pt-BR" dirty="0">
                <a:hlinkClick r:id="rId4"/>
              </a:rPr>
              <a:t>https://blog.bluesol.com.br/energia-solar-no-brasil-panorama/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Oportunidade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2980927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Propor um sistema para previsão de geração de potência, utilizando técnicas de machine </a:t>
            </a:r>
            <a:r>
              <a:rPr lang="pt-BR" dirty="0" err="1"/>
              <a:t>learning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Visando uma melhor estimativa para investimento  e geração de energia em um determinado local.</a:t>
            </a:r>
          </a:p>
          <a:p>
            <a:pPr algn="just"/>
            <a:endParaRPr lang="pt-BR" dirty="0"/>
          </a:p>
          <a:p>
            <a:pPr algn="just">
              <a:buNone/>
            </a:pP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467544" y="5589240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971600" y="4653136"/>
            <a:ext cx="3053868" cy="538629"/>
          </a:xfrm>
          <a:prstGeom prst="rect">
            <a:avLst/>
          </a:prstGeom>
        </p:spPr>
        <p:txBody>
          <a:bodyPr vert="horz" lIns="45720" rIns="4572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Cálculo</a:t>
            </a:r>
          </a:p>
        </p:txBody>
      </p:sp>
      <p:sp>
        <p:nvSpPr>
          <p:cNvPr id="6" name="Espaço Reservado para Texto 3"/>
          <p:cNvSpPr txBox="1">
            <a:spLocks/>
          </p:cNvSpPr>
          <p:nvPr/>
        </p:nvSpPr>
        <p:spPr>
          <a:xfrm>
            <a:off x="971600" y="5229200"/>
            <a:ext cx="4464496" cy="504056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pt-BR" dirty="0"/>
              <a:t>Energia = Potência x tempo x rendimento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3284984"/>
            <a:ext cx="3053868" cy="538629"/>
          </a:xfrm>
        </p:spPr>
        <p:txBody>
          <a:bodyPr>
            <a:normAutofit/>
          </a:bodyPr>
          <a:lstStyle/>
          <a:p>
            <a:r>
              <a:rPr lang="pt-BR" sz="2800" dirty="0"/>
              <a:t>Yingli</a:t>
            </a:r>
          </a:p>
        </p:txBody>
      </p:sp>
      <p:pic>
        <p:nvPicPr>
          <p:cNvPr id="5" name="Espaço Reservado para Imagem 4" descr="245w.jpg"/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21850" r="21850"/>
          <a:stretch>
            <a:fillRect/>
          </a:stretch>
        </p:blipFill>
        <p:spPr>
          <a:xfrm>
            <a:off x="4726360" y="620688"/>
            <a:ext cx="3960440" cy="3960440"/>
          </a:xfrm>
        </p:spPr>
      </p:pic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67546" y="3861048"/>
            <a:ext cx="3341898" cy="576064"/>
          </a:xfrm>
        </p:spPr>
        <p:txBody>
          <a:bodyPr>
            <a:normAutofit/>
          </a:bodyPr>
          <a:lstStyle/>
          <a:p>
            <a:r>
              <a:rPr lang="pt-BR" sz="2200" dirty="0"/>
              <a:t>Modelo: 245 W</a:t>
            </a:r>
          </a:p>
          <a:p>
            <a:endParaRPr lang="pt-BR" sz="1800" dirty="0"/>
          </a:p>
          <a:p>
            <a:endParaRPr lang="pt-BR" sz="18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323528" y="1334378"/>
            <a:ext cx="41044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/>
              <a:t>Utilizando dados de estações meteorológicas e de painéis solares do </a:t>
            </a:r>
            <a:r>
              <a:rPr lang="pt-BR" sz="2200" dirty="0" err="1"/>
              <a:t>Smart</a:t>
            </a:r>
            <a:r>
              <a:rPr lang="pt-BR" sz="2200" dirty="0"/>
              <a:t> Campus </a:t>
            </a:r>
            <a:r>
              <a:rPr lang="pt-BR" sz="2200" dirty="0" err="1"/>
              <a:t>Facens</a:t>
            </a:r>
            <a:r>
              <a:rPr lang="pt-BR" sz="22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DataSets – (setembro 2018)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459804" y="1340768"/>
            <a:ext cx="4040188" cy="462880"/>
          </a:xfrm>
        </p:spPr>
        <p:txBody>
          <a:bodyPr/>
          <a:lstStyle/>
          <a:p>
            <a:r>
              <a:rPr lang="pt-BR" i="1" u="sng" dirty="0"/>
              <a:t>Fotovoltaico.csv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half" idx="3"/>
          </p:nvPr>
        </p:nvSpPr>
        <p:spPr>
          <a:xfrm>
            <a:off x="4644008" y="1340768"/>
            <a:ext cx="4041775" cy="462880"/>
          </a:xfrm>
        </p:spPr>
        <p:txBody>
          <a:bodyPr/>
          <a:lstStyle/>
          <a:p>
            <a:r>
              <a:rPr lang="pt-BR" i="1" u="sng" dirty="0" err="1"/>
              <a:t>Meteorologico</a:t>
            </a:r>
            <a:r>
              <a:rPr lang="pt-BR" i="1" u="sng" dirty="0"/>
              <a:t>.</a:t>
            </a:r>
            <a:r>
              <a:rPr lang="pt-BR" i="1" u="sng" dirty="0" err="1"/>
              <a:t>csv</a:t>
            </a:r>
            <a:endParaRPr lang="pt-BR" i="1" u="sng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95536" y="1844824"/>
            <a:ext cx="4040188" cy="4536504"/>
          </a:xfrm>
        </p:spPr>
        <p:txBody>
          <a:bodyPr>
            <a:normAutofit/>
          </a:bodyPr>
          <a:lstStyle/>
          <a:p>
            <a:r>
              <a:rPr lang="pt-BR" dirty="0"/>
              <a:t>Registros: 684.450</a:t>
            </a:r>
          </a:p>
          <a:p>
            <a:r>
              <a:rPr lang="pt-BR" dirty="0"/>
              <a:t>Campos</a:t>
            </a:r>
          </a:p>
          <a:p>
            <a:pPr lvl="1"/>
            <a:r>
              <a:rPr lang="pt-BR" dirty="0"/>
              <a:t>data </a:t>
            </a:r>
          </a:p>
          <a:p>
            <a:pPr lvl="1"/>
            <a:r>
              <a:rPr lang="pt-BR" dirty="0"/>
              <a:t>energia_dia</a:t>
            </a:r>
          </a:p>
          <a:p>
            <a:pPr lvl="1"/>
            <a:r>
              <a:rPr lang="pt-BR" dirty="0"/>
              <a:t>energia_ano</a:t>
            </a:r>
          </a:p>
          <a:p>
            <a:pPr lvl="1"/>
            <a:r>
              <a:rPr lang="pt-BR" dirty="0"/>
              <a:t>energia_total</a:t>
            </a:r>
          </a:p>
          <a:p>
            <a:pPr lvl="1"/>
            <a:r>
              <a:rPr lang="pt-BR" dirty="0"/>
              <a:t>potencia</a:t>
            </a:r>
          </a:p>
          <a:p>
            <a:pPr lvl="1"/>
            <a:r>
              <a:rPr lang="pt-BR" strike="sngStrike" dirty="0"/>
              <a:t>power_led</a:t>
            </a:r>
          </a:p>
          <a:p>
            <a:pPr lvl="1"/>
            <a:r>
              <a:rPr lang="pt-BR" strike="sngStrike" dirty="0"/>
              <a:t>solarnet_led</a:t>
            </a:r>
          </a:p>
          <a:p>
            <a:pPr lvl="1"/>
            <a:r>
              <a:rPr lang="pt-BR" strike="sngStrike" dirty="0"/>
              <a:t>solarweb_led</a:t>
            </a:r>
            <a:endParaRPr lang="pt-BR" dirty="0"/>
          </a:p>
          <a:p>
            <a:pPr lvl="1"/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4"/>
          </p:nvPr>
        </p:nvSpPr>
        <p:spPr>
          <a:xfrm>
            <a:off x="4645025" y="1844823"/>
            <a:ext cx="4041775" cy="4680521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Registros: 4.297</a:t>
            </a:r>
          </a:p>
          <a:p>
            <a:r>
              <a:rPr lang="pt-BR" dirty="0"/>
              <a:t>Campos</a:t>
            </a:r>
          </a:p>
          <a:p>
            <a:pPr lvl="1"/>
            <a:r>
              <a:rPr lang="pt-BR" dirty="0"/>
              <a:t>data                   </a:t>
            </a:r>
          </a:p>
          <a:p>
            <a:pPr lvl="1"/>
            <a:r>
              <a:rPr lang="pt-BR" strike="sngStrike" dirty="0"/>
              <a:t>deficit_vapor_vmin </a:t>
            </a:r>
            <a:r>
              <a:rPr lang="pt-BR" dirty="0"/>
              <a:t>    </a:t>
            </a:r>
          </a:p>
          <a:p>
            <a:pPr lvl="1"/>
            <a:r>
              <a:rPr lang="pt-BR" strike="sngStrike" dirty="0"/>
              <a:t>deficit_vapor_vmedio </a:t>
            </a:r>
            <a:r>
              <a:rPr lang="pt-BR" dirty="0"/>
              <a:t>  </a:t>
            </a:r>
          </a:p>
          <a:p>
            <a:pPr lvl="1"/>
            <a:r>
              <a:rPr lang="pt-BR" strike="sngStrike" dirty="0"/>
              <a:t>ponto_orvalho_vmin </a:t>
            </a:r>
            <a:r>
              <a:rPr lang="pt-BR" dirty="0"/>
              <a:t>    </a:t>
            </a:r>
          </a:p>
          <a:p>
            <a:pPr lvl="1"/>
            <a:r>
              <a:rPr lang="pt-BR" strike="sngStrike" dirty="0"/>
              <a:t>ponto_orvalho_vmedio</a:t>
            </a:r>
            <a:r>
              <a:rPr lang="pt-BR" dirty="0"/>
              <a:t>   </a:t>
            </a:r>
          </a:p>
          <a:p>
            <a:pPr lvl="1"/>
            <a:r>
              <a:rPr lang="pt-BR" dirty="0"/>
              <a:t>precipitacao_valor     </a:t>
            </a:r>
          </a:p>
          <a:p>
            <a:pPr lvl="1"/>
            <a:r>
              <a:rPr lang="pt-BR" dirty="0"/>
              <a:t>radiacao_solar_valor   </a:t>
            </a:r>
          </a:p>
          <a:p>
            <a:pPr lvl="1"/>
            <a:r>
              <a:rPr lang="pt-BR" dirty="0"/>
              <a:t>temperatura_ar_vmin    </a:t>
            </a:r>
          </a:p>
          <a:p>
            <a:pPr lvl="1"/>
            <a:r>
              <a:rPr lang="pt-BR" dirty="0"/>
              <a:t>temperatura_ar_vmedio  </a:t>
            </a:r>
          </a:p>
          <a:p>
            <a:pPr lvl="1"/>
            <a:r>
              <a:rPr lang="pt-BR" dirty="0"/>
              <a:t>temperatura_ar_vmax    </a:t>
            </a:r>
          </a:p>
          <a:p>
            <a:pPr lvl="1"/>
            <a:r>
              <a:rPr lang="pt-BR" dirty="0"/>
              <a:t>umidade_ar_vmin        </a:t>
            </a:r>
          </a:p>
          <a:p>
            <a:pPr lvl="1"/>
            <a:r>
              <a:rPr lang="pt-BR" dirty="0"/>
              <a:t>umidade_ar_vmedio      </a:t>
            </a:r>
          </a:p>
          <a:p>
            <a:pPr lvl="1"/>
            <a:r>
              <a:rPr lang="pt-BR" dirty="0"/>
              <a:t>umidade_ar_vmax        </a:t>
            </a:r>
          </a:p>
          <a:p>
            <a:pPr lvl="1"/>
            <a:r>
              <a:rPr lang="pt-BR" strike="sngStrike" dirty="0"/>
              <a:t>velocidade_vento_vmedio</a:t>
            </a:r>
          </a:p>
          <a:p>
            <a:pPr lvl="1"/>
            <a:r>
              <a:rPr lang="pt-BR" strike="sngStrike" dirty="0"/>
              <a:t>velocidade_vento_vmax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443272"/>
          </a:xfrm>
        </p:spPr>
        <p:txBody>
          <a:bodyPr/>
          <a:lstStyle/>
          <a:p>
            <a:r>
              <a:rPr lang="pt-BR" dirty="0"/>
              <a:t>Radiação por potência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Gráficos</a:t>
            </a:r>
          </a:p>
        </p:txBody>
      </p:sp>
      <p:pic>
        <p:nvPicPr>
          <p:cNvPr id="9" name="Espaço Reservado para Conteúdo 8" descr="radiacaoxpotencia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628800"/>
            <a:ext cx="7643192" cy="410445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371264"/>
          </a:xfrm>
        </p:spPr>
        <p:txBody>
          <a:bodyPr/>
          <a:lstStyle/>
          <a:p>
            <a:r>
              <a:rPr lang="pt-BR" dirty="0"/>
              <a:t>Umidade por potência</a:t>
            </a:r>
          </a:p>
        </p:txBody>
      </p:sp>
      <p:pic>
        <p:nvPicPr>
          <p:cNvPr id="5" name="Espaço Reservado para Conteúdo 4" descr="umidadexpotencia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628800"/>
            <a:ext cx="7632847" cy="4104456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Pesquisas e relações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principal objetivo dos trabalhos analisados é a previsao de geração de energia com a junção de dados fotovoltaicos e meteorológicos.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Previsão com poucos dados;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Previsão para próximas 24 horas;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Variação de técnicas de classificação para encontrar erros no sistema de geração;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Continuidade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Escolha do algoritmo;</a:t>
            </a:r>
          </a:p>
          <a:p>
            <a:r>
              <a:rPr lang="pt-BR" dirty="0"/>
              <a:t>Treinar o modelo com dados de outros meses;</a:t>
            </a:r>
          </a:p>
          <a:p>
            <a:r>
              <a:rPr lang="pt-BR" dirty="0"/>
              <a:t>Verificação dos resultados com dados recentes;</a:t>
            </a:r>
          </a:p>
          <a:p>
            <a:r>
              <a:rPr lang="pt-BR" dirty="0"/>
              <a:t>Estudo de melhorias;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DownSample e UpSample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600200"/>
            <a:ext cx="8496944" cy="5069160"/>
          </a:xfrm>
        </p:spPr>
        <p:txBody>
          <a:bodyPr/>
          <a:lstStyle/>
          <a:p>
            <a:pPr algn="just"/>
            <a:r>
              <a:rPr lang="pt-BR" sz="2400" dirty="0"/>
              <a:t>Foi realizado as alterações para padronizar os dois datasets com a medição de 10 em 10 minutos cravados usando a somatória no dataset fotovoltaico e a média no dataset meteorológico, e após isso foi feito merge unindo os dois datasets.</a:t>
            </a:r>
          </a:p>
          <a:p>
            <a:pPr marL="36576" indent="0">
              <a:buNone/>
            </a:pPr>
            <a:r>
              <a:rPr lang="pt-BR" dirty="0"/>
              <a:t>                                           </a:t>
            </a:r>
          </a:p>
          <a:p>
            <a:endParaRPr lang="pt-B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7EE7F9-30B0-4FFD-A4E8-2199645EA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484315"/>
            <a:ext cx="8496944" cy="319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35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79296" cy="63408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Correlação dos dados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C87817-5114-4B43-A2DE-0E3C9D621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980728"/>
            <a:ext cx="8640960" cy="582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96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Regressão Linear com Radiação Solar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D7E36D-C8E2-42F3-83C7-A2BBE9600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80728"/>
            <a:ext cx="8363272" cy="560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83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Regressão Linear sem Radiação Solar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514CB9-2D5C-45F6-B0DE-841C85674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11778"/>
            <a:ext cx="8363272" cy="557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2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Randon Forest com Radiação Solar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2E8A51-17FD-49AF-90EB-36D68CBA6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DA1C3-E708-4B91-A646-BA7D77FC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3394"/>
            <a:ext cx="8363272" cy="557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6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Randon Forest sem Radiação Solar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A7628D-05A8-4EF7-AA25-20B7A74A3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80728"/>
            <a:ext cx="8363272" cy="560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19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XGB com Radiação Solar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5D6078-95F3-4F8A-AB5D-2BDFD9462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82F803-ED14-4AA1-920E-7E5C096FF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6710"/>
            <a:ext cx="8291264" cy="49166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0D95B6-B07D-4F1A-B737-B4D7ECA1F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08720"/>
            <a:ext cx="8291264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4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XGB sem Radiação Solar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FB9431-C28E-49D8-BDB3-EE745A6F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FE81D2-BD1C-4EE8-B058-8D5CE11AA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6711"/>
            <a:ext cx="8299938" cy="49166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C79342-0626-4B4F-93AF-81CC96182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08720"/>
            <a:ext cx="8299938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01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LSTM sem radiação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06DC4-0E62-4D6F-A541-965A38B32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00B4B-03E7-4261-B34D-1297485D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" y="3597138"/>
            <a:ext cx="8507288" cy="2986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9117DF-AF8E-425B-B345-89CEAD6BB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" y="980728"/>
            <a:ext cx="8507288" cy="261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9423"/>
      </p:ext>
    </p:extLst>
  </p:cSld>
  <p:clrMapOvr>
    <a:masterClrMapping/>
  </p:clrMapOvr>
</p:sld>
</file>

<file path=ppt/theme/theme1.xml><?xml version="1.0" encoding="utf-8"?>
<a:theme xmlns:a="http://schemas.openxmlformats.org/drawingml/2006/main" name="Técnica">
  <a:themeElements>
    <a:clrScheme name="Técnica">
      <a:dk1>
        <a:sysClr val="windowText" lastClr="989EA3"/>
      </a:dk1>
      <a:lt1>
        <a:sysClr val="window" lastClr="2F3135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écnic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écnic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501</TotalTime>
  <Words>425</Words>
  <Application>Microsoft Office PowerPoint</Application>
  <PresentationFormat>On-screen Show (4:3)</PresentationFormat>
  <Paragraphs>73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Franklin Gothic Book</vt:lpstr>
      <vt:lpstr>Wingdings 2</vt:lpstr>
      <vt:lpstr>Técnica</vt:lpstr>
      <vt:lpstr>Previsão de geração de Potência</vt:lpstr>
      <vt:lpstr>Problema</vt:lpstr>
      <vt:lpstr>Oportunidade</vt:lpstr>
      <vt:lpstr>Yingli</vt:lpstr>
      <vt:lpstr>DataSets – (setembro 2018)</vt:lpstr>
      <vt:lpstr>Radiação por potência</vt:lpstr>
      <vt:lpstr>Umidade por potência</vt:lpstr>
      <vt:lpstr>Pesquisas e relações</vt:lpstr>
      <vt:lpstr>Continuidade do projeto</vt:lpstr>
      <vt:lpstr>DownSample e UpSample </vt:lpstr>
      <vt:lpstr>Correlação dos dados</vt:lpstr>
      <vt:lpstr>Regressão Linear com Radiação Solar</vt:lpstr>
      <vt:lpstr>Regressão Linear sem Radiação Solar</vt:lpstr>
      <vt:lpstr>Randon Forest com Radiação Solar</vt:lpstr>
      <vt:lpstr>Randon Forest sem Radiação Solar</vt:lpstr>
      <vt:lpstr>XGB com Radiação Solar</vt:lpstr>
      <vt:lpstr>XGB sem Radiação Solar</vt:lpstr>
      <vt:lpstr>LSTM sem radiação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geração de Potência</dc:title>
  <dc:creator>Léo</dc:creator>
  <cp:lastModifiedBy>José Diniz</cp:lastModifiedBy>
  <cp:revision>67</cp:revision>
  <dcterms:created xsi:type="dcterms:W3CDTF">2019-01-08T20:28:04Z</dcterms:created>
  <dcterms:modified xsi:type="dcterms:W3CDTF">2019-10-17T00:11:49Z</dcterms:modified>
</cp:coreProperties>
</file>